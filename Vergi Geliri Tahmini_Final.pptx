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2" r:id="rId4"/>
    <p:sldId id="263" r:id="rId5"/>
    <p:sldId id="264" r:id="rId6"/>
    <p:sldId id="266" r:id="rId7"/>
    <p:sldId id="272" r:id="rId8"/>
    <p:sldId id="288" r:id="rId9"/>
    <p:sldId id="273" r:id="rId10"/>
    <p:sldId id="274" r:id="rId11"/>
    <p:sldId id="279" r:id="rId12"/>
    <p:sldId id="268" r:id="rId13"/>
    <p:sldId id="287" r:id="rId14"/>
    <p:sldId id="269" r:id="rId15"/>
    <p:sldId id="270" r:id="rId16"/>
    <p:sldId id="276" r:id="rId17"/>
    <p:sldId id="277" r:id="rId18"/>
    <p:sldId id="281" r:id="rId19"/>
    <p:sldId id="282" r:id="rId20"/>
    <p:sldId id="283" r:id="rId21"/>
    <p:sldId id="284" r:id="rId22"/>
    <p:sldId id="285" r:id="rId23"/>
    <p:sldId id="286" r:id="rId24"/>
    <p:sldId id="271" r:id="rId2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2AE96-FF8F-4C19-ABF6-9396AD07C822}" v="171" dt="2025-07-16T14:43:13.947"/>
    <p1510:client id="{CB7D8081-6243-427D-AA07-C06C5D5125D1}" v="190" dt="2025-07-16T13:28:58.502"/>
    <p1510:client id="{D88F6AC9-5DE9-445E-B52E-35291D603EBA}" v="773" dt="2025-07-16T08:45:49.271"/>
    <p1510:client id="{DAD0A96F-7E1A-46BD-A24D-9C2ED281034F}" v="414" dt="2025-07-18T07:10:47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674A5A-13F9-4189-8167-8AABEDF51DE2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0C34C9-151E-4A82-8AD6-156283B702C8}">
      <dgm:prSet/>
      <dgm:spPr/>
      <dgm:t>
        <a:bodyPr/>
        <a:lstStyle/>
        <a:p>
          <a:pPr rtl="0"/>
          <a:r>
            <a:rPr lang="tr-TR" dirty="0">
              <a:latin typeface="Meiryo"/>
            </a:rPr>
            <a:t>VERGİ GELİRİ VERİLERİ</a:t>
          </a:r>
          <a:endParaRPr lang="en-US" dirty="0"/>
        </a:p>
      </dgm:t>
    </dgm:pt>
    <dgm:pt modelId="{F2957B24-EA27-4790-B840-65EE3AFC3FEB}" type="parTrans" cxnId="{9A6D5D94-1375-4BAA-B83A-C7D51567D009}">
      <dgm:prSet/>
      <dgm:spPr/>
      <dgm:t>
        <a:bodyPr/>
        <a:lstStyle/>
        <a:p>
          <a:endParaRPr lang="en-US"/>
        </a:p>
      </dgm:t>
    </dgm:pt>
    <dgm:pt modelId="{C8E40B73-15C3-48B0-8CB0-BCBDF5C6DA39}" type="sibTrans" cxnId="{9A6D5D94-1375-4BAA-B83A-C7D51567D009}">
      <dgm:prSet phldrT="01"/>
      <dgm:spPr/>
      <dgm:t>
        <a:bodyPr/>
        <a:lstStyle/>
        <a:p>
          <a:endParaRPr lang="en-US"/>
        </a:p>
      </dgm:t>
    </dgm:pt>
    <dgm:pt modelId="{D508C5EC-7953-427E-86E1-7EC5B3D433E5}">
      <dgm:prSet/>
      <dgm:spPr/>
      <dgm:t>
        <a:bodyPr/>
        <a:lstStyle/>
        <a:p>
          <a:r>
            <a:rPr lang="tr-TR" dirty="0"/>
            <a:t>DEĞİŞKEN SEÇİMİ</a:t>
          </a:r>
          <a:endParaRPr lang="en-US" dirty="0"/>
        </a:p>
      </dgm:t>
    </dgm:pt>
    <dgm:pt modelId="{EEA72AE9-A908-4176-96F1-CDD3890CC213}" type="parTrans" cxnId="{590BE310-B167-4CB9-A7B6-322D1F00B7D8}">
      <dgm:prSet/>
      <dgm:spPr/>
      <dgm:t>
        <a:bodyPr/>
        <a:lstStyle/>
        <a:p>
          <a:endParaRPr lang="en-US"/>
        </a:p>
      </dgm:t>
    </dgm:pt>
    <dgm:pt modelId="{65C8CA12-E68C-4F55-A220-3178AAA2F0E2}" type="sibTrans" cxnId="{590BE310-B167-4CB9-A7B6-322D1F00B7D8}">
      <dgm:prSet phldrT="02"/>
      <dgm:spPr/>
      <dgm:t>
        <a:bodyPr/>
        <a:lstStyle/>
        <a:p>
          <a:endParaRPr lang="en-US"/>
        </a:p>
      </dgm:t>
    </dgm:pt>
    <dgm:pt modelId="{E555D3E5-988F-4E9A-B2FF-CC93EBB2BFBA}">
      <dgm:prSet/>
      <dgm:spPr/>
      <dgm:t>
        <a:bodyPr/>
        <a:lstStyle/>
        <a:p>
          <a:r>
            <a:rPr lang="tr-TR" dirty="0"/>
            <a:t>MODEL SEÇİMİ</a:t>
          </a:r>
          <a:endParaRPr lang="en-US" dirty="0"/>
        </a:p>
      </dgm:t>
    </dgm:pt>
    <dgm:pt modelId="{D5FD14CB-FBA7-4D4A-83B1-A910C0FA09A1}" type="parTrans" cxnId="{AF8381AE-B8F7-4B76-AED9-AC2386688538}">
      <dgm:prSet/>
      <dgm:spPr/>
      <dgm:t>
        <a:bodyPr/>
        <a:lstStyle/>
        <a:p>
          <a:endParaRPr lang="en-US"/>
        </a:p>
      </dgm:t>
    </dgm:pt>
    <dgm:pt modelId="{6F3752C7-5BCE-4A0E-B0AB-5AFB1220815C}" type="sibTrans" cxnId="{AF8381AE-B8F7-4B76-AED9-AC2386688538}">
      <dgm:prSet phldrT="03"/>
      <dgm:spPr/>
      <dgm:t>
        <a:bodyPr/>
        <a:lstStyle/>
        <a:p>
          <a:endParaRPr lang="en-US"/>
        </a:p>
      </dgm:t>
    </dgm:pt>
    <dgm:pt modelId="{5AE74D11-37E1-4338-83F9-B04385436C54}">
      <dgm:prSet/>
      <dgm:spPr/>
      <dgm:t>
        <a:bodyPr/>
        <a:lstStyle/>
        <a:p>
          <a:r>
            <a:rPr lang="tr-TR" dirty="0"/>
            <a:t>EN İYİ TAHMİN MODELİ</a:t>
          </a:r>
          <a:endParaRPr lang="en-US" dirty="0"/>
        </a:p>
      </dgm:t>
    </dgm:pt>
    <dgm:pt modelId="{68FD3D8B-1BE1-4779-964F-85125AA81B3E}" type="parTrans" cxnId="{68FBB943-4002-4C9A-9D69-B2E09C157B25}">
      <dgm:prSet/>
      <dgm:spPr/>
      <dgm:t>
        <a:bodyPr/>
        <a:lstStyle/>
        <a:p>
          <a:endParaRPr lang="en-US"/>
        </a:p>
      </dgm:t>
    </dgm:pt>
    <dgm:pt modelId="{05EFA15E-3EE5-4714-AC5C-B5670B4CB937}" type="sibTrans" cxnId="{68FBB943-4002-4C9A-9D69-B2E09C157B25}">
      <dgm:prSet phldrT="04"/>
      <dgm:spPr/>
      <dgm:t>
        <a:bodyPr/>
        <a:lstStyle/>
        <a:p>
          <a:endParaRPr lang="en-US"/>
        </a:p>
      </dgm:t>
    </dgm:pt>
    <dgm:pt modelId="{07958268-5DA1-4706-8EAC-844ECA38E82E}" type="pres">
      <dgm:prSet presAssocID="{24674A5A-13F9-4189-8167-8AABEDF51DE2}" presName="vert0" presStyleCnt="0">
        <dgm:presLayoutVars>
          <dgm:dir/>
          <dgm:animOne val="branch"/>
          <dgm:animLvl val="lvl"/>
        </dgm:presLayoutVars>
      </dgm:prSet>
      <dgm:spPr/>
    </dgm:pt>
    <dgm:pt modelId="{A7949ED1-8A8B-449F-B7AD-3CA6F36EC5E9}" type="pres">
      <dgm:prSet presAssocID="{0A0C34C9-151E-4A82-8AD6-156283B702C8}" presName="thickLine" presStyleLbl="alignNode1" presStyleIdx="0" presStyleCnt="4"/>
      <dgm:spPr/>
    </dgm:pt>
    <dgm:pt modelId="{5DAD97C9-8280-4526-A23F-06BD9E89F0A9}" type="pres">
      <dgm:prSet presAssocID="{0A0C34C9-151E-4A82-8AD6-156283B702C8}" presName="horz1" presStyleCnt="0"/>
      <dgm:spPr/>
    </dgm:pt>
    <dgm:pt modelId="{E2C53A59-6756-4C7C-BF50-8CAF82937DB6}" type="pres">
      <dgm:prSet presAssocID="{0A0C34C9-151E-4A82-8AD6-156283B702C8}" presName="tx1" presStyleLbl="revTx" presStyleIdx="0" presStyleCnt="4"/>
      <dgm:spPr/>
    </dgm:pt>
    <dgm:pt modelId="{126767FC-C0DD-4F27-B838-4D6591C55B64}" type="pres">
      <dgm:prSet presAssocID="{0A0C34C9-151E-4A82-8AD6-156283B702C8}" presName="vert1" presStyleCnt="0"/>
      <dgm:spPr/>
    </dgm:pt>
    <dgm:pt modelId="{78090DC5-29CE-4E28-8FF5-ED4338A89D39}" type="pres">
      <dgm:prSet presAssocID="{D508C5EC-7953-427E-86E1-7EC5B3D433E5}" presName="thickLine" presStyleLbl="alignNode1" presStyleIdx="1" presStyleCnt="4"/>
      <dgm:spPr/>
    </dgm:pt>
    <dgm:pt modelId="{CB54954D-CB69-4F08-85C4-12CB8583B5C0}" type="pres">
      <dgm:prSet presAssocID="{D508C5EC-7953-427E-86E1-7EC5B3D433E5}" presName="horz1" presStyleCnt="0"/>
      <dgm:spPr/>
    </dgm:pt>
    <dgm:pt modelId="{388FA014-403B-43C9-AA7E-B4CEECF808F7}" type="pres">
      <dgm:prSet presAssocID="{D508C5EC-7953-427E-86E1-7EC5B3D433E5}" presName="tx1" presStyleLbl="revTx" presStyleIdx="1" presStyleCnt="4"/>
      <dgm:spPr/>
    </dgm:pt>
    <dgm:pt modelId="{605B1FD1-8AD7-42B1-9F1D-190441DDC775}" type="pres">
      <dgm:prSet presAssocID="{D508C5EC-7953-427E-86E1-7EC5B3D433E5}" presName="vert1" presStyleCnt="0"/>
      <dgm:spPr/>
    </dgm:pt>
    <dgm:pt modelId="{38CA2BEC-0D11-410A-A6F8-01182CC3A9F3}" type="pres">
      <dgm:prSet presAssocID="{E555D3E5-988F-4E9A-B2FF-CC93EBB2BFBA}" presName="thickLine" presStyleLbl="alignNode1" presStyleIdx="2" presStyleCnt="4"/>
      <dgm:spPr/>
    </dgm:pt>
    <dgm:pt modelId="{E56BF364-5CE1-4055-8CBE-6C381A9FA0B9}" type="pres">
      <dgm:prSet presAssocID="{E555D3E5-988F-4E9A-B2FF-CC93EBB2BFBA}" presName="horz1" presStyleCnt="0"/>
      <dgm:spPr/>
    </dgm:pt>
    <dgm:pt modelId="{33D7AEBC-817E-40AA-BE77-FF45F93A6255}" type="pres">
      <dgm:prSet presAssocID="{E555D3E5-988F-4E9A-B2FF-CC93EBB2BFBA}" presName="tx1" presStyleLbl="revTx" presStyleIdx="2" presStyleCnt="4"/>
      <dgm:spPr/>
    </dgm:pt>
    <dgm:pt modelId="{9C1DE7C2-B16E-4409-96BF-C438C4C4D73A}" type="pres">
      <dgm:prSet presAssocID="{E555D3E5-988F-4E9A-B2FF-CC93EBB2BFBA}" presName="vert1" presStyleCnt="0"/>
      <dgm:spPr/>
    </dgm:pt>
    <dgm:pt modelId="{46966DCA-608E-484B-9D60-248CEC9D70DD}" type="pres">
      <dgm:prSet presAssocID="{5AE74D11-37E1-4338-83F9-B04385436C54}" presName="thickLine" presStyleLbl="alignNode1" presStyleIdx="3" presStyleCnt="4"/>
      <dgm:spPr/>
    </dgm:pt>
    <dgm:pt modelId="{79E73229-5AB5-423D-8B22-E8307DA3FBC5}" type="pres">
      <dgm:prSet presAssocID="{5AE74D11-37E1-4338-83F9-B04385436C54}" presName="horz1" presStyleCnt="0"/>
      <dgm:spPr/>
    </dgm:pt>
    <dgm:pt modelId="{724FBA6D-74EA-4D56-9AF7-66CDFB52DD3F}" type="pres">
      <dgm:prSet presAssocID="{5AE74D11-37E1-4338-83F9-B04385436C54}" presName="tx1" presStyleLbl="revTx" presStyleIdx="3" presStyleCnt="4"/>
      <dgm:spPr/>
    </dgm:pt>
    <dgm:pt modelId="{436DD415-352D-40EB-9F56-B397878EA879}" type="pres">
      <dgm:prSet presAssocID="{5AE74D11-37E1-4338-83F9-B04385436C54}" presName="vert1" presStyleCnt="0"/>
      <dgm:spPr/>
    </dgm:pt>
  </dgm:ptLst>
  <dgm:cxnLst>
    <dgm:cxn modelId="{590BE310-B167-4CB9-A7B6-322D1F00B7D8}" srcId="{24674A5A-13F9-4189-8167-8AABEDF51DE2}" destId="{D508C5EC-7953-427E-86E1-7EC5B3D433E5}" srcOrd="1" destOrd="0" parTransId="{EEA72AE9-A908-4176-96F1-CDD3890CC213}" sibTransId="{65C8CA12-E68C-4F55-A220-3178AAA2F0E2}"/>
    <dgm:cxn modelId="{4917B339-A8E8-41B1-9839-8809E554B08F}" type="presOf" srcId="{5AE74D11-37E1-4338-83F9-B04385436C54}" destId="{724FBA6D-74EA-4D56-9AF7-66CDFB52DD3F}" srcOrd="0" destOrd="0" presId="urn:microsoft.com/office/officeart/2008/layout/LinedList"/>
    <dgm:cxn modelId="{68FBB943-4002-4C9A-9D69-B2E09C157B25}" srcId="{24674A5A-13F9-4189-8167-8AABEDF51DE2}" destId="{5AE74D11-37E1-4338-83F9-B04385436C54}" srcOrd="3" destOrd="0" parTransId="{68FD3D8B-1BE1-4779-964F-85125AA81B3E}" sibTransId="{05EFA15E-3EE5-4714-AC5C-B5670B4CB937}"/>
    <dgm:cxn modelId="{CD017147-8BF9-4A17-AF32-31B64A665D6A}" type="presOf" srcId="{0A0C34C9-151E-4A82-8AD6-156283B702C8}" destId="{E2C53A59-6756-4C7C-BF50-8CAF82937DB6}" srcOrd="0" destOrd="0" presId="urn:microsoft.com/office/officeart/2008/layout/LinedList"/>
    <dgm:cxn modelId="{D22FB47D-5C4D-4A1F-AC61-41DFE2A79091}" type="presOf" srcId="{24674A5A-13F9-4189-8167-8AABEDF51DE2}" destId="{07958268-5DA1-4706-8EAC-844ECA38E82E}" srcOrd="0" destOrd="0" presId="urn:microsoft.com/office/officeart/2008/layout/LinedList"/>
    <dgm:cxn modelId="{9A6D5D94-1375-4BAA-B83A-C7D51567D009}" srcId="{24674A5A-13F9-4189-8167-8AABEDF51DE2}" destId="{0A0C34C9-151E-4A82-8AD6-156283B702C8}" srcOrd="0" destOrd="0" parTransId="{F2957B24-EA27-4790-B840-65EE3AFC3FEB}" sibTransId="{C8E40B73-15C3-48B0-8CB0-BCBDF5C6DA39}"/>
    <dgm:cxn modelId="{AF8381AE-B8F7-4B76-AED9-AC2386688538}" srcId="{24674A5A-13F9-4189-8167-8AABEDF51DE2}" destId="{E555D3E5-988F-4E9A-B2FF-CC93EBB2BFBA}" srcOrd="2" destOrd="0" parTransId="{D5FD14CB-FBA7-4D4A-83B1-A910C0FA09A1}" sibTransId="{6F3752C7-5BCE-4A0E-B0AB-5AFB1220815C}"/>
    <dgm:cxn modelId="{6A1CFBB8-3D94-4A83-AC09-FD55A7CB1DA8}" type="presOf" srcId="{E555D3E5-988F-4E9A-B2FF-CC93EBB2BFBA}" destId="{33D7AEBC-817E-40AA-BE77-FF45F93A6255}" srcOrd="0" destOrd="0" presId="urn:microsoft.com/office/officeart/2008/layout/LinedList"/>
    <dgm:cxn modelId="{BC31ACC2-AA7A-4B15-A58D-495A191B05B4}" type="presOf" srcId="{D508C5EC-7953-427E-86E1-7EC5B3D433E5}" destId="{388FA014-403B-43C9-AA7E-B4CEECF808F7}" srcOrd="0" destOrd="0" presId="urn:microsoft.com/office/officeart/2008/layout/LinedList"/>
    <dgm:cxn modelId="{A3C02D1B-81D1-420C-83BA-38439C8C18E5}" type="presParOf" srcId="{07958268-5DA1-4706-8EAC-844ECA38E82E}" destId="{A7949ED1-8A8B-449F-B7AD-3CA6F36EC5E9}" srcOrd="0" destOrd="0" presId="urn:microsoft.com/office/officeart/2008/layout/LinedList"/>
    <dgm:cxn modelId="{C43B076C-65DF-440C-A275-410C3D252B29}" type="presParOf" srcId="{07958268-5DA1-4706-8EAC-844ECA38E82E}" destId="{5DAD97C9-8280-4526-A23F-06BD9E89F0A9}" srcOrd="1" destOrd="0" presId="urn:microsoft.com/office/officeart/2008/layout/LinedList"/>
    <dgm:cxn modelId="{DF558080-41F5-4382-BDCE-0EC2BB5DD2AC}" type="presParOf" srcId="{5DAD97C9-8280-4526-A23F-06BD9E89F0A9}" destId="{E2C53A59-6756-4C7C-BF50-8CAF82937DB6}" srcOrd="0" destOrd="0" presId="urn:microsoft.com/office/officeart/2008/layout/LinedList"/>
    <dgm:cxn modelId="{53E93059-5A20-41E5-9BA5-BAD7B6E7C6AB}" type="presParOf" srcId="{5DAD97C9-8280-4526-A23F-06BD9E89F0A9}" destId="{126767FC-C0DD-4F27-B838-4D6591C55B64}" srcOrd="1" destOrd="0" presId="urn:microsoft.com/office/officeart/2008/layout/LinedList"/>
    <dgm:cxn modelId="{D56E1C27-5C9B-4C3E-A66E-38AAF19C5BDD}" type="presParOf" srcId="{07958268-5DA1-4706-8EAC-844ECA38E82E}" destId="{78090DC5-29CE-4E28-8FF5-ED4338A89D39}" srcOrd="2" destOrd="0" presId="urn:microsoft.com/office/officeart/2008/layout/LinedList"/>
    <dgm:cxn modelId="{80738D40-5745-4E02-AF00-8F3F0EB3C3BD}" type="presParOf" srcId="{07958268-5DA1-4706-8EAC-844ECA38E82E}" destId="{CB54954D-CB69-4F08-85C4-12CB8583B5C0}" srcOrd="3" destOrd="0" presId="urn:microsoft.com/office/officeart/2008/layout/LinedList"/>
    <dgm:cxn modelId="{E2B29C98-DCFE-44CD-BFE5-996F947153C7}" type="presParOf" srcId="{CB54954D-CB69-4F08-85C4-12CB8583B5C0}" destId="{388FA014-403B-43C9-AA7E-B4CEECF808F7}" srcOrd="0" destOrd="0" presId="urn:microsoft.com/office/officeart/2008/layout/LinedList"/>
    <dgm:cxn modelId="{2B2019AF-80FD-4AC1-91EB-2094D347363D}" type="presParOf" srcId="{CB54954D-CB69-4F08-85C4-12CB8583B5C0}" destId="{605B1FD1-8AD7-42B1-9F1D-190441DDC775}" srcOrd="1" destOrd="0" presId="urn:microsoft.com/office/officeart/2008/layout/LinedList"/>
    <dgm:cxn modelId="{096EA219-641D-4B04-9E3A-21B13C62FFAD}" type="presParOf" srcId="{07958268-5DA1-4706-8EAC-844ECA38E82E}" destId="{38CA2BEC-0D11-410A-A6F8-01182CC3A9F3}" srcOrd="4" destOrd="0" presId="urn:microsoft.com/office/officeart/2008/layout/LinedList"/>
    <dgm:cxn modelId="{16D2925C-BBD6-4C26-B8DC-240A19B8A5D6}" type="presParOf" srcId="{07958268-5DA1-4706-8EAC-844ECA38E82E}" destId="{E56BF364-5CE1-4055-8CBE-6C381A9FA0B9}" srcOrd="5" destOrd="0" presId="urn:microsoft.com/office/officeart/2008/layout/LinedList"/>
    <dgm:cxn modelId="{A7116BDB-DE2C-422A-A8BC-161016859211}" type="presParOf" srcId="{E56BF364-5CE1-4055-8CBE-6C381A9FA0B9}" destId="{33D7AEBC-817E-40AA-BE77-FF45F93A6255}" srcOrd="0" destOrd="0" presId="urn:microsoft.com/office/officeart/2008/layout/LinedList"/>
    <dgm:cxn modelId="{E991CA7F-A921-4A93-820D-816EB01907EB}" type="presParOf" srcId="{E56BF364-5CE1-4055-8CBE-6C381A9FA0B9}" destId="{9C1DE7C2-B16E-4409-96BF-C438C4C4D73A}" srcOrd="1" destOrd="0" presId="urn:microsoft.com/office/officeart/2008/layout/LinedList"/>
    <dgm:cxn modelId="{76CBEFF0-A4F0-4940-A191-4DAA35B82028}" type="presParOf" srcId="{07958268-5DA1-4706-8EAC-844ECA38E82E}" destId="{46966DCA-608E-484B-9D60-248CEC9D70DD}" srcOrd="6" destOrd="0" presId="urn:microsoft.com/office/officeart/2008/layout/LinedList"/>
    <dgm:cxn modelId="{38679FAD-6746-42DF-887C-E09DF3AACD3C}" type="presParOf" srcId="{07958268-5DA1-4706-8EAC-844ECA38E82E}" destId="{79E73229-5AB5-423D-8B22-E8307DA3FBC5}" srcOrd="7" destOrd="0" presId="urn:microsoft.com/office/officeart/2008/layout/LinedList"/>
    <dgm:cxn modelId="{9E113E15-2ECA-400F-8AE1-7309D5E4A59E}" type="presParOf" srcId="{79E73229-5AB5-423D-8B22-E8307DA3FBC5}" destId="{724FBA6D-74EA-4D56-9AF7-66CDFB52DD3F}" srcOrd="0" destOrd="0" presId="urn:microsoft.com/office/officeart/2008/layout/LinedList"/>
    <dgm:cxn modelId="{81B0956E-959F-448E-A5CB-733B0BC22C2F}" type="presParOf" srcId="{79E73229-5AB5-423D-8B22-E8307DA3FBC5}" destId="{436DD415-352D-40EB-9F56-B397878EA8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513829-186F-46B1-8922-B27A052E7327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955F2C-0D55-4498-9C04-A913B14AE6BD}">
      <dgm:prSet/>
      <dgm:spPr/>
      <dgm:t>
        <a:bodyPr/>
        <a:lstStyle/>
        <a:p>
          <a:r>
            <a:rPr lang="tr-TR" dirty="0"/>
            <a:t>VERGİ GELİRİLERİNİ ETKİLEYEN </a:t>
          </a:r>
          <a:r>
            <a:rPr lang="tr-TR" dirty="0">
              <a:latin typeface="Century Gothic" panose="020B0502020202020204"/>
            </a:rPr>
            <a:t>DEĞİŞKENLER</a:t>
          </a:r>
          <a:endParaRPr lang="en-US" dirty="0"/>
        </a:p>
      </dgm:t>
    </dgm:pt>
    <dgm:pt modelId="{8DC29A40-74A7-41B4-8633-8B8FFE13A60F}" type="parTrans" cxnId="{1FD303B4-7B86-4450-93B9-E67D884B772A}">
      <dgm:prSet/>
      <dgm:spPr/>
      <dgm:t>
        <a:bodyPr/>
        <a:lstStyle/>
        <a:p>
          <a:endParaRPr lang="en-US"/>
        </a:p>
      </dgm:t>
    </dgm:pt>
    <dgm:pt modelId="{307EB759-5AD2-438F-AEF4-D04D93B41564}" type="sibTrans" cxnId="{1FD303B4-7B86-4450-93B9-E67D884B772A}">
      <dgm:prSet/>
      <dgm:spPr/>
      <dgm:t>
        <a:bodyPr/>
        <a:lstStyle/>
        <a:p>
          <a:endParaRPr lang="en-US"/>
        </a:p>
      </dgm:t>
    </dgm:pt>
    <dgm:pt modelId="{1355144E-3EB0-4095-A610-FDB747DAA879}">
      <dgm:prSet/>
      <dgm:spPr/>
      <dgm:t>
        <a:bodyPr/>
        <a:lstStyle/>
        <a:p>
          <a:r>
            <a:rPr lang="tr-TR" b="1" dirty="0"/>
            <a:t>KORELASYON</a:t>
          </a:r>
          <a:endParaRPr lang="en-US" dirty="0"/>
        </a:p>
      </dgm:t>
    </dgm:pt>
    <dgm:pt modelId="{C35D67E1-85ED-4C94-9B23-1EAFD2343C9B}" type="parTrans" cxnId="{6D77431C-9569-4B7E-B952-8AB52792DC0A}">
      <dgm:prSet/>
      <dgm:spPr/>
      <dgm:t>
        <a:bodyPr/>
        <a:lstStyle/>
        <a:p>
          <a:endParaRPr lang="en-US"/>
        </a:p>
      </dgm:t>
    </dgm:pt>
    <dgm:pt modelId="{F9FC0E43-7D4C-40C4-9094-919EB0ECC799}" type="sibTrans" cxnId="{6D77431C-9569-4B7E-B952-8AB52792DC0A}">
      <dgm:prSet/>
      <dgm:spPr/>
      <dgm:t>
        <a:bodyPr/>
        <a:lstStyle/>
        <a:p>
          <a:endParaRPr lang="en-US"/>
        </a:p>
      </dgm:t>
    </dgm:pt>
    <dgm:pt modelId="{A699EE0A-E621-44AC-BC71-E311701DDE60}">
      <dgm:prSet/>
      <dgm:spPr/>
      <dgm:t>
        <a:bodyPr/>
        <a:lstStyle/>
        <a:p>
          <a:r>
            <a:rPr lang="tr-TR" dirty="0"/>
            <a:t>YILLIK TAHMİNLER</a:t>
          </a:r>
          <a:endParaRPr lang="en-US" dirty="0"/>
        </a:p>
      </dgm:t>
    </dgm:pt>
    <dgm:pt modelId="{6AF262D3-AFDF-4721-A274-E79C1EB0E7CD}" type="parTrans" cxnId="{ECEDBE56-D370-43B8-BE0D-4E3316A841D9}">
      <dgm:prSet/>
      <dgm:spPr/>
      <dgm:t>
        <a:bodyPr/>
        <a:lstStyle/>
        <a:p>
          <a:endParaRPr lang="en-US"/>
        </a:p>
      </dgm:t>
    </dgm:pt>
    <dgm:pt modelId="{EB4C140B-B2A3-4D12-9019-91EBCF4236A3}" type="sibTrans" cxnId="{ECEDBE56-D370-43B8-BE0D-4E3316A841D9}">
      <dgm:prSet/>
      <dgm:spPr/>
      <dgm:t>
        <a:bodyPr/>
        <a:lstStyle/>
        <a:p>
          <a:endParaRPr lang="en-US"/>
        </a:p>
      </dgm:t>
    </dgm:pt>
    <dgm:pt modelId="{54F35A41-665C-41F8-8F44-4F3F9CD34180}">
      <dgm:prSet/>
      <dgm:spPr/>
      <dgm:t>
        <a:bodyPr/>
        <a:lstStyle/>
        <a:p>
          <a:r>
            <a:rPr lang="tr-TR" dirty="0"/>
            <a:t>MAKİNE ÖĞRENMESİ VE DERİN ÖĞRENME MODELLERİ</a:t>
          </a:r>
          <a:endParaRPr lang="en-US" dirty="0"/>
        </a:p>
      </dgm:t>
    </dgm:pt>
    <dgm:pt modelId="{D8515A18-5ADF-4B8F-B1C3-8946D4C7EB16}" type="parTrans" cxnId="{F4351B12-E17A-40BA-AA67-CE3864D9FEE2}">
      <dgm:prSet/>
      <dgm:spPr/>
      <dgm:t>
        <a:bodyPr/>
        <a:lstStyle/>
        <a:p>
          <a:endParaRPr lang="en-US"/>
        </a:p>
      </dgm:t>
    </dgm:pt>
    <dgm:pt modelId="{520B52FC-7AEF-4096-A464-D84CE12B433B}" type="sibTrans" cxnId="{F4351B12-E17A-40BA-AA67-CE3864D9FEE2}">
      <dgm:prSet/>
      <dgm:spPr/>
      <dgm:t>
        <a:bodyPr/>
        <a:lstStyle/>
        <a:p>
          <a:endParaRPr lang="en-US"/>
        </a:p>
      </dgm:t>
    </dgm:pt>
    <dgm:pt modelId="{E757263B-57D9-4A00-A918-774ADC4886B3}" type="pres">
      <dgm:prSet presAssocID="{D1513829-186F-46B1-8922-B27A052E732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6F72B5-504E-4FD2-8DDB-F469B42A5B5C}" type="pres">
      <dgm:prSet presAssocID="{4A955F2C-0D55-4498-9C04-A913B14AE6BD}" presName="hierRoot1" presStyleCnt="0"/>
      <dgm:spPr/>
    </dgm:pt>
    <dgm:pt modelId="{BE56B6F2-AC9B-4BAE-8CFE-2DF27B6FB39C}" type="pres">
      <dgm:prSet presAssocID="{4A955F2C-0D55-4498-9C04-A913B14AE6BD}" presName="composite" presStyleCnt="0"/>
      <dgm:spPr/>
    </dgm:pt>
    <dgm:pt modelId="{3EE4713C-6C92-4C15-9FAC-84E21B8EE7E9}" type="pres">
      <dgm:prSet presAssocID="{4A955F2C-0D55-4498-9C04-A913B14AE6BD}" presName="background" presStyleLbl="node0" presStyleIdx="0" presStyleCnt="3"/>
      <dgm:spPr/>
    </dgm:pt>
    <dgm:pt modelId="{2D0BFB8F-312C-4F2C-86A0-2F673CFD9423}" type="pres">
      <dgm:prSet presAssocID="{4A955F2C-0D55-4498-9C04-A913B14AE6BD}" presName="text" presStyleLbl="fgAcc0" presStyleIdx="0" presStyleCnt="3">
        <dgm:presLayoutVars>
          <dgm:chPref val="3"/>
        </dgm:presLayoutVars>
      </dgm:prSet>
      <dgm:spPr/>
    </dgm:pt>
    <dgm:pt modelId="{8703FCD0-D6A1-4868-B2E2-673C0B6B5738}" type="pres">
      <dgm:prSet presAssocID="{4A955F2C-0D55-4498-9C04-A913B14AE6BD}" presName="hierChild2" presStyleCnt="0"/>
      <dgm:spPr/>
    </dgm:pt>
    <dgm:pt modelId="{61E5C7EE-AB07-4E4C-B6C3-7268A7DC622A}" type="pres">
      <dgm:prSet presAssocID="{C35D67E1-85ED-4C94-9B23-1EAFD2343C9B}" presName="Name10" presStyleLbl="parChTrans1D2" presStyleIdx="0" presStyleCnt="1"/>
      <dgm:spPr/>
    </dgm:pt>
    <dgm:pt modelId="{F57160E4-D37B-46C7-B3AC-0E38F88F83B3}" type="pres">
      <dgm:prSet presAssocID="{1355144E-3EB0-4095-A610-FDB747DAA879}" presName="hierRoot2" presStyleCnt="0"/>
      <dgm:spPr/>
    </dgm:pt>
    <dgm:pt modelId="{917C7FAA-58C8-4AA0-B0B0-FB7AB4F02C7B}" type="pres">
      <dgm:prSet presAssocID="{1355144E-3EB0-4095-A610-FDB747DAA879}" presName="composite2" presStyleCnt="0"/>
      <dgm:spPr/>
    </dgm:pt>
    <dgm:pt modelId="{2F47F843-5A53-4DD8-92CD-FD2B221D154E}" type="pres">
      <dgm:prSet presAssocID="{1355144E-3EB0-4095-A610-FDB747DAA879}" presName="background2" presStyleLbl="node2" presStyleIdx="0" presStyleCnt="1"/>
      <dgm:spPr/>
    </dgm:pt>
    <dgm:pt modelId="{E9023DCD-C370-4F65-99EC-171D8C0B0FA2}" type="pres">
      <dgm:prSet presAssocID="{1355144E-3EB0-4095-A610-FDB747DAA879}" presName="text2" presStyleLbl="fgAcc2" presStyleIdx="0" presStyleCnt="1">
        <dgm:presLayoutVars>
          <dgm:chPref val="3"/>
        </dgm:presLayoutVars>
      </dgm:prSet>
      <dgm:spPr/>
    </dgm:pt>
    <dgm:pt modelId="{BFFB29C8-0B06-46E3-8F7F-E7A2FF4820F0}" type="pres">
      <dgm:prSet presAssocID="{1355144E-3EB0-4095-A610-FDB747DAA879}" presName="hierChild3" presStyleCnt="0"/>
      <dgm:spPr/>
    </dgm:pt>
    <dgm:pt modelId="{D8B9CA4E-4F92-4FC0-A2F0-07E56457750A}" type="pres">
      <dgm:prSet presAssocID="{A699EE0A-E621-44AC-BC71-E311701DDE60}" presName="hierRoot1" presStyleCnt="0"/>
      <dgm:spPr/>
    </dgm:pt>
    <dgm:pt modelId="{084C58F9-A7F7-4E73-B2AD-A454EE57D610}" type="pres">
      <dgm:prSet presAssocID="{A699EE0A-E621-44AC-BC71-E311701DDE60}" presName="composite" presStyleCnt="0"/>
      <dgm:spPr/>
    </dgm:pt>
    <dgm:pt modelId="{476F563A-0A05-4EB6-BF98-C052F20B5775}" type="pres">
      <dgm:prSet presAssocID="{A699EE0A-E621-44AC-BC71-E311701DDE60}" presName="background" presStyleLbl="node0" presStyleIdx="1" presStyleCnt="3"/>
      <dgm:spPr/>
    </dgm:pt>
    <dgm:pt modelId="{F6632EE5-9ED3-4B32-A1AC-498842FED123}" type="pres">
      <dgm:prSet presAssocID="{A699EE0A-E621-44AC-BC71-E311701DDE60}" presName="text" presStyleLbl="fgAcc0" presStyleIdx="1" presStyleCnt="3">
        <dgm:presLayoutVars>
          <dgm:chPref val="3"/>
        </dgm:presLayoutVars>
      </dgm:prSet>
      <dgm:spPr/>
    </dgm:pt>
    <dgm:pt modelId="{AA878AD4-4F7A-4072-A42F-6916B2AFFB75}" type="pres">
      <dgm:prSet presAssocID="{A699EE0A-E621-44AC-BC71-E311701DDE60}" presName="hierChild2" presStyleCnt="0"/>
      <dgm:spPr/>
    </dgm:pt>
    <dgm:pt modelId="{E21AA8F2-4FCE-4EA8-8536-4CC2527938AD}" type="pres">
      <dgm:prSet presAssocID="{54F35A41-665C-41F8-8F44-4F3F9CD34180}" presName="hierRoot1" presStyleCnt="0"/>
      <dgm:spPr/>
    </dgm:pt>
    <dgm:pt modelId="{9AA45A5E-7EBF-4C6D-977F-036741810490}" type="pres">
      <dgm:prSet presAssocID="{54F35A41-665C-41F8-8F44-4F3F9CD34180}" presName="composite" presStyleCnt="0"/>
      <dgm:spPr/>
    </dgm:pt>
    <dgm:pt modelId="{8F18659E-1F3B-4A63-865B-1CA6D60EB02D}" type="pres">
      <dgm:prSet presAssocID="{54F35A41-665C-41F8-8F44-4F3F9CD34180}" presName="background" presStyleLbl="node0" presStyleIdx="2" presStyleCnt="3"/>
      <dgm:spPr/>
    </dgm:pt>
    <dgm:pt modelId="{3E35AED3-1CC8-4743-AD33-7B96AD879C54}" type="pres">
      <dgm:prSet presAssocID="{54F35A41-665C-41F8-8F44-4F3F9CD34180}" presName="text" presStyleLbl="fgAcc0" presStyleIdx="2" presStyleCnt="3">
        <dgm:presLayoutVars>
          <dgm:chPref val="3"/>
        </dgm:presLayoutVars>
      </dgm:prSet>
      <dgm:spPr/>
    </dgm:pt>
    <dgm:pt modelId="{F252441C-396E-4716-B8F4-CADEE554045B}" type="pres">
      <dgm:prSet presAssocID="{54F35A41-665C-41F8-8F44-4F3F9CD34180}" presName="hierChild2" presStyleCnt="0"/>
      <dgm:spPr/>
    </dgm:pt>
  </dgm:ptLst>
  <dgm:cxnLst>
    <dgm:cxn modelId="{F4351B12-E17A-40BA-AA67-CE3864D9FEE2}" srcId="{D1513829-186F-46B1-8922-B27A052E7327}" destId="{54F35A41-665C-41F8-8F44-4F3F9CD34180}" srcOrd="2" destOrd="0" parTransId="{D8515A18-5ADF-4B8F-B1C3-8946D4C7EB16}" sibTransId="{520B52FC-7AEF-4096-A464-D84CE12B433B}"/>
    <dgm:cxn modelId="{6D77431C-9569-4B7E-B952-8AB52792DC0A}" srcId="{4A955F2C-0D55-4498-9C04-A913B14AE6BD}" destId="{1355144E-3EB0-4095-A610-FDB747DAA879}" srcOrd="0" destOrd="0" parTransId="{C35D67E1-85ED-4C94-9B23-1EAFD2343C9B}" sibTransId="{F9FC0E43-7D4C-40C4-9094-919EB0ECC799}"/>
    <dgm:cxn modelId="{5E13912D-F330-43DB-A88A-56B2F2EEB1A8}" type="presOf" srcId="{54F35A41-665C-41F8-8F44-4F3F9CD34180}" destId="{3E35AED3-1CC8-4743-AD33-7B96AD879C54}" srcOrd="0" destOrd="0" presId="urn:microsoft.com/office/officeart/2005/8/layout/hierarchy1"/>
    <dgm:cxn modelId="{214BCC70-EB3A-4093-A78D-02E780F84B7F}" type="presOf" srcId="{C35D67E1-85ED-4C94-9B23-1EAFD2343C9B}" destId="{61E5C7EE-AB07-4E4C-B6C3-7268A7DC622A}" srcOrd="0" destOrd="0" presId="urn:microsoft.com/office/officeart/2005/8/layout/hierarchy1"/>
    <dgm:cxn modelId="{ECEDBE56-D370-43B8-BE0D-4E3316A841D9}" srcId="{D1513829-186F-46B1-8922-B27A052E7327}" destId="{A699EE0A-E621-44AC-BC71-E311701DDE60}" srcOrd="1" destOrd="0" parTransId="{6AF262D3-AFDF-4721-A274-E79C1EB0E7CD}" sibTransId="{EB4C140B-B2A3-4D12-9019-91EBCF4236A3}"/>
    <dgm:cxn modelId="{30C68193-6DF8-41EA-86B5-86372840259D}" type="presOf" srcId="{4A955F2C-0D55-4498-9C04-A913B14AE6BD}" destId="{2D0BFB8F-312C-4F2C-86A0-2F673CFD9423}" srcOrd="0" destOrd="0" presId="urn:microsoft.com/office/officeart/2005/8/layout/hierarchy1"/>
    <dgm:cxn modelId="{AED6B29A-DE68-453E-A72C-C58897434C37}" type="presOf" srcId="{A699EE0A-E621-44AC-BC71-E311701DDE60}" destId="{F6632EE5-9ED3-4B32-A1AC-498842FED123}" srcOrd="0" destOrd="0" presId="urn:microsoft.com/office/officeart/2005/8/layout/hierarchy1"/>
    <dgm:cxn modelId="{1FD303B4-7B86-4450-93B9-E67D884B772A}" srcId="{D1513829-186F-46B1-8922-B27A052E7327}" destId="{4A955F2C-0D55-4498-9C04-A913B14AE6BD}" srcOrd="0" destOrd="0" parTransId="{8DC29A40-74A7-41B4-8633-8B8FFE13A60F}" sibTransId="{307EB759-5AD2-438F-AEF4-D04D93B41564}"/>
    <dgm:cxn modelId="{8F796CC6-739B-4E5B-8CDA-AF9709A9346E}" type="presOf" srcId="{1355144E-3EB0-4095-A610-FDB747DAA879}" destId="{E9023DCD-C370-4F65-99EC-171D8C0B0FA2}" srcOrd="0" destOrd="0" presId="urn:microsoft.com/office/officeart/2005/8/layout/hierarchy1"/>
    <dgm:cxn modelId="{B09805C8-8A15-4E8C-A384-CEBC85E93FA5}" type="presOf" srcId="{D1513829-186F-46B1-8922-B27A052E7327}" destId="{E757263B-57D9-4A00-A918-774ADC4886B3}" srcOrd="0" destOrd="0" presId="urn:microsoft.com/office/officeart/2005/8/layout/hierarchy1"/>
    <dgm:cxn modelId="{6C69BE1C-8FD2-40E1-865E-6F33CE055EA2}" type="presParOf" srcId="{E757263B-57D9-4A00-A918-774ADC4886B3}" destId="{246F72B5-504E-4FD2-8DDB-F469B42A5B5C}" srcOrd="0" destOrd="0" presId="urn:microsoft.com/office/officeart/2005/8/layout/hierarchy1"/>
    <dgm:cxn modelId="{A6ADF38D-571B-4EFC-AB14-6E647D8AF8A9}" type="presParOf" srcId="{246F72B5-504E-4FD2-8DDB-F469B42A5B5C}" destId="{BE56B6F2-AC9B-4BAE-8CFE-2DF27B6FB39C}" srcOrd="0" destOrd="0" presId="urn:microsoft.com/office/officeart/2005/8/layout/hierarchy1"/>
    <dgm:cxn modelId="{408E7BC9-0B9E-40F4-89A0-56C4957C0CEE}" type="presParOf" srcId="{BE56B6F2-AC9B-4BAE-8CFE-2DF27B6FB39C}" destId="{3EE4713C-6C92-4C15-9FAC-84E21B8EE7E9}" srcOrd="0" destOrd="0" presId="urn:microsoft.com/office/officeart/2005/8/layout/hierarchy1"/>
    <dgm:cxn modelId="{873623A5-2AC1-43D2-A269-7B4989DF74F9}" type="presParOf" srcId="{BE56B6F2-AC9B-4BAE-8CFE-2DF27B6FB39C}" destId="{2D0BFB8F-312C-4F2C-86A0-2F673CFD9423}" srcOrd="1" destOrd="0" presId="urn:microsoft.com/office/officeart/2005/8/layout/hierarchy1"/>
    <dgm:cxn modelId="{78C99616-3467-40B3-9A06-C445EE7D16C8}" type="presParOf" srcId="{246F72B5-504E-4FD2-8DDB-F469B42A5B5C}" destId="{8703FCD0-D6A1-4868-B2E2-673C0B6B5738}" srcOrd="1" destOrd="0" presId="urn:microsoft.com/office/officeart/2005/8/layout/hierarchy1"/>
    <dgm:cxn modelId="{B6B875BF-5E2A-45D6-B99E-84149F1C6C08}" type="presParOf" srcId="{8703FCD0-D6A1-4868-B2E2-673C0B6B5738}" destId="{61E5C7EE-AB07-4E4C-B6C3-7268A7DC622A}" srcOrd="0" destOrd="0" presId="urn:microsoft.com/office/officeart/2005/8/layout/hierarchy1"/>
    <dgm:cxn modelId="{748F8804-CE11-46FD-9045-C2E13899FFD5}" type="presParOf" srcId="{8703FCD0-D6A1-4868-B2E2-673C0B6B5738}" destId="{F57160E4-D37B-46C7-B3AC-0E38F88F83B3}" srcOrd="1" destOrd="0" presId="urn:microsoft.com/office/officeart/2005/8/layout/hierarchy1"/>
    <dgm:cxn modelId="{DD8BADDE-79CD-441E-B5F5-2C5654814868}" type="presParOf" srcId="{F57160E4-D37B-46C7-B3AC-0E38F88F83B3}" destId="{917C7FAA-58C8-4AA0-B0B0-FB7AB4F02C7B}" srcOrd="0" destOrd="0" presId="urn:microsoft.com/office/officeart/2005/8/layout/hierarchy1"/>
    <dgm:cxn modelId="{DE577CFD-64E6-4A37-AD99-FCB8B32E7C5C}" type="presParOf" srcId="{917C7FAA-58C8-4AA0-B0B0-FB7AB4F02C7B}" destId="{2F47F843-5A53-4DD8-92CD-FD2B221D154E}" srcOrd="0" destOrd="0" presId="urn:microsoft.com/office/officeart/2005/8/layout/hierarchy1"/>
    <dgm:cxn modelId="{27ED74D2-C392-4237-96E6-9828F68A9F89}" type="presParOf" srcId="{917C7FAA-58C8-4AA0-B0B0-FB7AB4F02C7B}" destId="{E9023DCD-C370-4F65-99EC-171D8C0B0FA2}" srcOrd="1" destOrd="0" presId="urn:microsoft.com/office/officeart/2005/8/layout/hierarchy1"/>
    <dgm:cxn modelId="{77D29CBC-F61C-4BA8-971A-E97EFD44702E}" type="presParOf" srcId="{F57160E4-D37B-46C7-B3AC-0E38F88F83B3}" destId="{BFFB29C8-0B06-46E3-8F7F-E7A2FF4820F0}" srcOrd="1" destOrd="0" presId="urn:microsoft.com/office/officeart/2005/8/layout/hierarchy1"/>
    <dgm:cxn modelId="{E9BBE9BD-A30E-41F9-A04F-594E213007AC}" type="presParOf" srcId="{E757263B-57D9-4A00-A918-774ADC4886B3}" destId="{D8B9CA4E-4F92-4FC0-A2F0-07E56457750A}" srcOrd="1" destOrd="0" presId="urn:microsoft.com/office/officeart/2005/8/layout/hierarchy1"/>
    <dgm:cxn modelId="{2B451E9C-D498-43C5-A958-2BAAE5432185}" type="presParOf" srcId="{D8B9CA4E-4F92-4FC0-A2F0-07E56457750A}" destId="{084C58F9-A7F7-4E73-B2AD-A454EE57D610}" srcOrd="0" destOrd="0" presId="urn:microsoft.com/office/officeart/2005/8/layout/hierarchy1"/>
    <dgm:cxn modelId="{D63E2C79-6FD7-4650-816C-23D2DFA82ECD}" type="presParOf" srcId="{084C58F9-A7F7-4E73-B2AD-A454EE57D610}" destId="{476F563A-0A05-4EB6-BF98-C052F20B5775}" srcOrd="0" destOrd="0" presId="urn:microsoft.com/office/officeart/2005/8/layout/hierarchy1"/>
    <dgm:cxn modelId="{F562BAA5-7F9D-45C7-9A51-EE8F6A5CE2CC}" type="presParOf" srcId="{084C58F9-A7F7-4E73-B2AD-A454EE57D610}" destId="{F6632EE5-9ED3-4B32-A1AC-498842FED123}" srcOrd="1" destOrd="0" presId="urn:microsoft.com/office/officeart/2005/8/layout/hierarchy1"/>
    <dgm:cxn modelId="{F4C115FA-BF21-4AF4-9A32-023387CB7E3A}" type="presParOf" srcId="{D8B9CA4E-4F92-4FC0-A2F0-07E56457750A}" destId="{AA878AD4-4F7A-4072-A42F-6916B2AFFB75}" srcOrd="1" destOrd="0" presId="urn:microsoft.com/office/officeart/2005/8/layout/hierarchy1"/>
    <dgm:cxn modelId="{AFA9955D-3EA4-4AE1-86AD-033DADB13BDF}" type="presParOf" srcId="{E757263B-57D9-4A00-A918-774ADC4886B3}" destId="{E21AA8F2-4FCE-4EA8-8536-4CC2527938AD}" srcOrd="2" destOrd="0" presId="urn:microsoft.com/office/officeart/2005/8/layout/hierarchy1"/>
    <dgm:cxn modelId="{6A02423E-8E86-46AC-8A4B-E346DE0D6ABB}" type="presParOf" srcId="{E21AA8F2-4FCE-4EA8-8536-4CC2527938AD}" destId="{9AA45A5E-7EBF-4C6D-977F-036741810490}" srcOrd="0" destOrd="0" presId="urn:microsoft.com/office/officeart/2005/8/layout/hierarchy1"/>
    <dgm:cxn modelId="{910F1568-1512-49B6-A454-9B15CBF95C0E}" type="presParOf" srcId="{9AA45A5E-7EBF-4C6D-977F-036741810490}" destId="{8F18659E-1F3B-4A63-865B-1CA6D60EB02D}" srcOrd="0" destOrd="0" presId="urn:microsoft.com/office/officeart/2005/8/layout/hierarchy1"/>
    <dgm:cxn modelId="{14272B0F-261C-4212-9016-1B6D01CDBA3A}" type="presParOf" srcId="{9AA45A5E-7EBF-4C6D-977F-036741810490}" destId="{3E35AED3-1CC8-4743-AD33-7B96AD879C54}" srcOrd="1" destOrd="0" presId="urn:microsoft.com/office/officeart/2005/8/layout/hierarchy1"/>
    <dgm:cxn modelId="{A50B05A0-D0F5-4326-BF60-A1FBAA299E91}" type="presParOf" srcId="{E21AA8F2-4FCE-4EA8-8536-4CC2527938AD}" destId="{F252441C-396E-4716-B8F4-CADEE55404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9508CE-0B86-4EC9-B007-1051A64798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3C0538-DAFA-458B-ACF7-CCFB2EDD8DB8}">
      <dgm:prSet/>
      <dgm:spPr/>
      <dgm:t>
        <a:bodyPr/>
        <a:lstStyle/>
        <a:p>
          <a:r>
            <a:rPr lang="tr-TR"/>
            <a:t>Vergi gelirinin 12 ay gecikmeli değeri </a:t>
          </a:r>
          <a:endParaRPr lang="en-US"/>
        </a:p>
      </dgm:t>
    </dgm:pt>
    <dgm:pt modelId="{F50469DE-9C22-4091-96CE-5BA2597F5414}" type="parTrans" cxnId="{81E80413-C11A-42E6-BDAB-E75A0DF978DF}">
      <dgm:prSet/>
      <dgm:spPr/>
      <dgm:t>
        <a:bodyPr/>
        <a:lstStyle/>
        <a:p>
          <a:endParaRPr lang="en-US"/>
        </a:p>
      </dgm:t>
    </dgm:pt>
    <dgm:pt modelId="{3410EA6C-69ED-43E3-9B42-6E71488B1094}" type="sibTrans" cxnId="{81E80413-C11A-42E6-BDAB-E75A0DF978DF}">
      <dgm:prSet/>
      <dgm:spPr/>
      <dgm:t>
        <a:bodyPr/>
        <a:lstStyle/>
        <a:p>
          <a:endParaRPr lang="en-US"/>
        </a:p>
      </dgm:t>
    </dgm:pt>
    <dgm:pt modelId="{04BCD644-D159-4816-86ED-2AA76FD15588}">
      <dgm:prSet/>
      <dgm:spPr/>
      <dgm:t>
        <a:bodyPr/>
        <a:lstStyle/>
        <a:p>
          <a:r>
            <a:rPr lang="tr-TR"/>
            <a:t>Üfenin 12 ay gecikmeli değeri</a:t>
          </a:r>
          <a:endParaRPr lang="en-US"/>
        </a:p>
      </dgm:t>
    </dgm:pt>
    <dgm:pt modelId="{4853E76D-BD75-4723-A61E-BBE1A884CAFC}" type="parTrans" cxnId="{0EC26E81-7B73-4B0C-8F80-66ED490F96C9}">
      <dgm:prSet/>
      <dgm:spPr/>
      <dgm:t>
        <a:bodyPr/>
        <a:lstStyle/>
        <a:p>
          <a:endParaRPr lang="en-US"/>
        </a:p>
      </dgm:t>
    </dgm:pt>
    <dgm:pt modelId="{5E1F7447-72E5-430E-999B-A15173BA262C}" type="sibTrans" cxnId="{0EC26E81-7B73-4B0C-8F80-66ED490F96C9}">
      <dgm:prSet/>
      <dgm:spPr/>
      <dgm:t>
        <a:bodyPr/>
        <a:lstStyle/>
        <a:p>
          <a:endParaRPr lang="en-US"/>
        </a:p>
      </dgm:t>
    </dgm:pt>
    <dgm:pt modelId="{4C2A06E0-B3A7-4B2F-9F7D-4B4466C4FC42}">
      <dgm:prSet/>
      <dgm:spPr/>
      <dgm:t>
        <a:bodyPr/>
        <a:lstStyle/>
        <a:p>
          <a:r>
            <a:rPr lang="tr-TR"/>
            <a:t>Tüfenin 12 ay gecikmeli değeri</a:t>
          </a:r>
          <a:endParaRPr lang="en-US"/>
        </a:p>
      </dgm:t>
    </dgm:pt>
    <dgm:pt modelId="{DFC69A57-774A-42C1-B7FB-DCEC02D1F7D5}" type="parTrans" cxnId="{0212A7B8-ECD7-4E04-83DB-794C07CC015E}">
      <dgm:prSet/>
      <dgm:spPr/>
      <dgm:t>
        <a:bodyPr/>
        <a:lstStyle/>
        <a:p>
          <a:endParaRPr lang="en-US"/>
        </a:p>
      </dgm:t>
    </dgm:pt>
    <dgm:pt modelId="{87073F75-F571-4DAF-BDD8-43F271C9DC16}" type="sibTrans" cxnId="{0212A7B8-ECD7-4E04-83DB-794C07CC015E}">
      <dgm:prSet/>
      <dgm:spPr/>
      <dgm:t>
        <a:bodyPr/>
        <a:lstStyle/>
        <a:p>
          <a:endParaRPr lang="en-US"/>
        </a:p>
      </dgm:t>
    </dgm:pt>
    <dgm:pt modelId="{DC82E76B-DA97-49B8-916C-895D3A69EE9C}">
      <dgm:prSet/>
      <dgm:spPr/>
      <dgm:t>
        <a:bodyPr/>
        <a:lstStyle/>
        <a:p>
          <a:r>
            <a:rPr lang="tr-TR"/>
            <a:t>Doların TL değerinin 12 ay gecikmeli değeri  </a:t>
          </a:r>
          <a:endParaRPr lang="en-US"/>
        </a:p>
      </dgm:t>
    </dgm:pt>
    <dgm:pt modelId="{997F939D-CD87-493B-AE65-FD82312BA7DB}" type="parTrans" cxnId="{814FED8E-7E32-4446-899B-DAF69BA6DD6C}">
      <dgm:prSet/>
      <dgm:spPr/>
      <dgm:t>
        <a:bodyPr/>
        <a:lstStyle/>
        <a:p>
          <a:endParaRPr lang="en-US"/>
        </a:p>
      </dgm:t>
    </dgm:pt>
    <dgm:pt modelId="{FABFA352-02A6-4BFC-860C-864D706AB118}" type="sibTrans" cxnId="{814FED8E-7E32-4446-899B-DAF69BA6DD6C}">
      <dgm:prSet/>
      <dgm:spPr/>
      <dgm:t>
        <a:bodyPr/>
        <a:lstStyle/>
        <a:p>
          <a:endParaRPr lang="en-US"/>
        </a:p>
      </dgm:t>
    </dgm:pt>
    <dgm:pt modelId="{EB12CFFE-6179-4375-BEE8-2A8F43A78572}">
      <dgm:prSet/>
      <dgm:spPr/>
      <dgm:t>
        <a:bodyPr/>
        <a:lstStyle/>
        <a:p>
          <a:r>
            <a:rPr lang="tr-TR"/>
            <a:t>Altın fiyatının 12 ay gecikmeli değeri</a:t>
          </a:r>
          <a:endParaRPr lang="en-US"/>
        </a:p>
      </dgm:t>
    </dgm:pt>
    <dgm:pt modelId="{296B3F14-7CCC-4809-A1A1-28AD2C0C9957}" type="parTrans" cxnId="{C64F7788-CA42-4581-95CB-2B54D41448E4}">
      <dgm:prSet/>
      <dgm:spPr/>
      <dgm:t>
        <a:bodyPr/>
        <a:lstStyle/>
        <a:p>
          <a:endParaRPr lang="en-US"/>
        </a:p>
      </dgm:t>
    </dgm:pt>
    <dgm:pt modelId="{E73C78A5-84B3-4A2F-B25D-8FD60E2D4B0A}" type="sibTrans" cxnId="{C64F7788-CA42-4581-95CB-2B54D41448E4}">
      <dgm:prSet/>
      <dgm:spPr/>
      <dgm:t>
        <a:bodyPr/>
        <a:lstStyle/>
        <a:p>
          <a:endParaRPr lang="en-US"/>
        </a:p>
      </dgm:t>
    </dgm:pt>
    <dgm:pt modelId="{8027BDD7-7621-4FD3-A208-F6F2AE2F7551}" type="pres">
      <dgm:prSet presAssocID="{989508CE-0B86-4EC9-B007-1051A64798AD}" presName="linear" presStyleCnt="0">
        <dgm:presLayoutVars>
          <dgm:animLvl val="lvl"/>
          <dgm:resizeHandles val="exact"/>
        </dgm:presLayoutVars>
      </dgm:prSet>
      <dgm:spPr/>
    </dgm:pt>
    <dgm:pt modelId="{73F3C0AD-DA45-4225-8F7D-8BCADAB21592}" type="pres">
      <dgm:prSet presAssocID="{4B3C0538-DAFA-458B-ACF7-CCFB2EDD8D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C6A37F9-190E-49D4-8F4A-27D351F33F67}" type="pres">
      <dgm:prSet presAssocID="{3410EA6C-69ED-43E3-9B42-6E71488B1094}" presName="spacer" presStyleCnt="0"/>
      <dgm:spPr/>
    </dgm:pt>
    <dgm:pt modelId="{1ACC752D-6D71-4783-8A4C-8FF386C6FBCF}" type="pres">
      <dgm:prSet presAssocID="{04BCD644-D159-4816-86ED-2AA76FD1558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08FB6AD-20DE-4755-9E8C-777464B997FC}" type="pres">
      <dgm:prSet presAssocID="{5E1F7447-72E5-430E-999B-A15173BA262C}" presName="spacer" presStyleCnt="0"/>
      <dgm:spPr/>
    </dgm:pt>
    <dgm:pt modelId="{6046B595-A534-49B9-ACD6-B07FD6E4FA96}" type="pres">
      <dgm:prSet presAssocID="{4C2A06E0-B3A7-4B2F-9F7D-4B4466C4FC4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0DCA11-95A6-45ED-9E21-A030C3698998}" type="pres">
      <dgm:prSet presAssocID="{87073F75-F571-4DAF-BDD8-43F271C9DC16}" presName="spacer" presStyleCnt="0"/>
      <dgm:spPr/>
    </dgm:pt>
    <dgm:pt modelId="{9F95B1D6-D69D-4B10-A036-5A0B9BDCF769}" type="pres">
      <dgm:prSet presAssocID="{DC82E76B-DA97-49B8-916C-895D3A69EE9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4997C4F-7ADA-4274-99A6-A214949575F5}" type="pres">
      <dgm:prSet presAssocID="{FABFA352-02A6-4BFC-860C-864D706AB118}" presName="spacer" presStyleCnt="0"/>
      <dgm:spPr/>
    </dgm:pt>
    <dgm:pt modelId="{BEA8A64F-14A0-4012-ADCE-197A5CC3B90F}" type="pres">
      <dgm:prSet presAssocID="{EB12CFFE-6179-4375-BEE8-2A8F43A7857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1E80413-C11A-42E6-BDAB-E75A0DF978DF}" srcId="{989508CE-0B86-4EC9-B007-1051A64798AD}" destId="{4B3C0538-DAFA-458B-ACF7-CCFB2EDD8DB8}" srcOrd="0" destOrd="0" parTransId="{F50469DE-9C22-4091-96CE-5BA2597F5414}" sibTransId="{3410EA6C-69ED-43E3-9B42-6E71488B1094}"/>
    <dgm:cxn modelId="{0EC26E81-7B73-4B0C-8F80-66ED490F96C9}" srcId="{989508CE-0B86-4EC9-B007-1051A64798AD}" destId="{04BCD644-D159-4816-86ED-2AA76FD15588}" srcOrd="1" destOrd="0" parTransId="{4853E76D-BD75-4723-A61E-BBE1A884CAFC}" sibTransId="{5E1F7447-72E5-430E-999B-A15173BA262C}"/>
    <dgm:cxn modelId="{7C99F786-EDB0-41A6-8D34-F3B3EC86DBAA}" type="presOf" srcId="{DC82E76B-DA97-49B8-916C-895D3A69EE9C}" destId="{9F95B1D6-D69D-4B10-A036-5A0B9BDCF769}" srcOrd="0" destOrd="0" presId="urn:microsoft.com/office/officeart/2005/8/layout/vList2"/>
    <dgm:cxn modelId="{C64F7788-CA42-4581-95CB-2B54D41448E4}" srcId="{989508CE-0B86-4EC9-B007-1051A64798AD}" destId="{EB12CFFE-6179-4375-BEE8-2A8F43A78572}" srcOrd="4" destOrd="0" parTransId="{296B3F14-7CCC-4809-A1A1-28AD2C0C9957}" sibTransId="{E73C78A5-84B3-4A2F-B25D-8FD60E2D4B0A}"/>
    <dgm:cxn modelId="{814FED8E-7E32-4446-899B-DAF69BA6DD6C}" srcId="{989508CE-0B86-4EC9-B007-1051A64798AD}" destId="{DC82E76B-DA97-49B8-916C-895D3A69EE9C}" srcOrd="3" destOrd="0" parTransId="{997F939D-CD87-493B-AE65-FD82312BA7DB}" sibTransId="{FABFA352-02A6-4BFC-860C-864D706AB118}"/>
    <dgm:cxn modelId="{0212A7B8-ECD7-4E04-83DB-794C07CC015E}" srcId="{989508CE-0B86-4EC9-B007-1051A64798AD}" destId="{4C2A06E0-B3A7-4B2F-9F7D-4B4466C4FC42}" srcOrd="2" destOrd="0" parTransId="{DFC69A57-774A-42C1-B7FB-DCEC02D1F7D5}" sibTransId="{87073F75-F571-4DAF-BDD8-43F271C9DC16}"/>
    <dgm:cxn modelId="{7BA025C6-ECC8-4174-A660-DACAC0D406EC}" type="presOf" srcId="{EB12CFFE-6179-4375-BEE8-2A8F43A78572}" destId="{BEA8A64F-14A0-4012-ADCE-197A5CC3B90F}" srcOrd="0" destOrd="0" presId="urn:microsoft.com/office/officeart/2005/8/layout/vList2"/>
    <dgm:cxn modelId="{D8F6FED9-D3D5-4F65-AC3C-EEF2ABCDAEFF}" type="presOf" srcId="{4B3C0538-DAFA-458B-ACF7-CCFB2EDD8DB8}" destId="{73F3C0AD-DA45-4225-8F7D-8BCADAB21592}" srcOrd="0" destOrd="0" presId="urn:microsoft.com/office/officeart/2005/8/layout/vList2"/>
    <dgm:cxn modelId="{4E14ECEE-91E7-4AF5-B1F0-682C26F37D9A}" type="presOf" srcId="{4C2A06E0-B3A7-4B2F-9F7D-4B4466C4FC42}" destId="{6046B595-A534-49B9-ACD6-B07FD6E4FA96}" srcOrd="0" destOrd="0" presId="urn:microsoft.com/office/officeart/2005/8/layout/vList2"/>
    <dgm:cxn modelId="{AD4CADF8-3A86-4FBD-B2F5-E23D4A4A9337}" type="presOf" srcId="{04BCD644-D159-4816-86ED-2AA76FD15588}" destId="{1ACC752D-6D71-4783-8A4C-8FF386C6FBCF}" srcOrd="0" destOrd="0" presId="urn:microsoft.com/office/officeart/2005/8/layout/vList2"/>
    <dgm:cxn modelId="{47F906FC-F019-4377-B1C5-B40720DB04DB}" type="presOf" srcId="{989508CE-0B86-4EC9-B007-1051A64798AD}" destId="{8027BDD7-7621-4FD3-A208-F6F2AE2F7551}" srcOrd="0" destOrd="0" presId="urn:microsoft.com/office/officeart/2005/8/layout/vList2"/>
    <dgm:cxn modelId="{058077ED-61FB-426F-B248-F742AA910B19}" type="presParOf" srcId="{8027BDD7-7621-4FD3-A208-F6F2AE2F7551}" destId="{73F3C0AD-DA45-4225-8F7D-8BCADAB21592}" srcOrd="0" destOrd="0" presId="urn:microsoft.com/office/officeart/2005/8/layout/vList2"/>
    <dgm:cxn modelId="{874432FB-8B32-4C9C-AE3F-893148226AF8}" type="presParOf" srcId="{8027BDD7-7621-4FD3-A208-F6F2AE2F7551}" destId="{7C6A37F9-190E-49D4-8F4A-27D351F33F67}" srcOrd="1" destOrd="0" presId="urn:microsoft.com/office/officeart/2005/8/layout/vList2"/>
    <dgm:cxn modelId="{C761B424-1191-4D66-9039-DC7823BC126A}" type="presParOf" srcId="{8027BDD7-7621-4FD3-A208-F6F2AE2F7551}" destId="{1ACC752D-6D71-4783-8A4C-8FF386C6FBCF}" srcOrd="2" destOrd="0" presId="urn:microsoft.com/office/officeart/2005/8/layout/vList2"/>
    <dgm:cxn modelId="{A586470D-9F4D-41F8-86CB-E21A97D714FD}" type="presParOf" srcId="{8027BDD7-7621-4FD3-A208-F6F2AE2F7551}" destId="{008FB6AD-20DE-4755-9E8C-777464B997FC}" srcOrd="3" destOrd="0" presId="urn:microsoft.com/office/officeart/2005/8/layout/vList2"/>
    <dgm:cxn modelId="{116A98C2-3854-4CEE-9750-121A09C40CD2}" type="presParOf" srcId="{8027BDD7-7621-4FD3-A208-F6F2AE2F7551}" destId="{6046B595-A534-49B9-ACD6-B07FD6E4FA96}" srcOrd="4" destOrd="0" presId="urn:microsoft.com/office/officeart/2005/8/layout/vList2"/>
    <dgm:cxn modelId="{94F7F3E4-F6C9-425D-A99F-7F1F5F89F005}" type="presParOf" srcId="{8027BDD7-7621-4FD3-A208-F6F2AE2F7551}" destId="{780DCA11-95A6-45ED-9E21-A030C3698998}" srcOrd="5" destOrd="0" presId="urn:microsoft.com/office/officeart/2005/8/layout/vList2"/>
    <dgm:cxn modelId="{E04277C9-953A-4E38-B0E8-7645EE9A915D}" type="presParOf" srcId="{8027BDD7-7621-4FD3-A208-F6F2AE2F7551}" destId="{9F95B1D6-D69D-4B10-A036-5A0B9BDCF769}" srcOrd="6" destOrd="0" presId="urn:microsoft.com/office/officeart/2005/8/layout/vList2"/>
    <dgm:cxn modelId="{1EB44DAB-9921-4413-BF76-AB00BB6060EA}" type="presParOf" srcId="{8027BDD7-7621-4FD3-A208-F6F2AE2F7551}" destId="{C4997C4F-7ADA-4274-99A6-A214949575F5}" srcOrd="7" destOrd="0" presId="urn:microsoft.com/office/officeart/2005/8/layout/vList2"/>
    <dgm:cxn modelId="{E61602B1-0B5A-4DB2-92AD-2357BE1A90BD}" type="presParOf" srcId="{8027BDD7-7621-4FD3-A208-F6F2AE2F7551}" destId="{BEA8A64F-14A0-4012-ADCE-197A5CC3B90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9773F8-3344-44D5-B074-A3F70BD48A2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028247-3483-4F8E-8677-0BE8AADEFA8D}">
      <dgm:prSet/>
      <dgm:spPr/>
      <dgm:t>
        <a:bodyPr/>
        <a:lstStyle/>
        <a:p>
          <a:r>
            <a:rPr lang="tr-TR"/>
            <a:t>XGBoost</a:t>
          </a:r>
          <a:endParaRPr lang="en-US"/>
        </a:p>
      </dgm:t>
    </dgm:pt>
    <dgm:pt modelId="{4B5F47D2-1FBD-4754-99E0-12CD780FA0F4}" type="parTrans" cxnId="{0164BA3E-051B-484B-8A72-6E679BC5F3CC}">
      <dgm:prSet/>
      <dgm:spPr/>
      <dgm:t>
        <a:bodyPr/>
        <a:lstStyle/>
        <a:p>
          <a:endParaRPr lang="en-US"/>
        </a:p>
      </dgm:t>
    </dgm:pt>
    <dgm:pt modelId="{E5E8C313-EF16-4388-8143-F0038149CEDB}" type="sibTrans" cxnId="{0164BA3E-051B-484B-8A72-6E679BC5F3CC}">
      <dgm:prSet/>
      <dgm:spPr/>
      <dgm:t>
        <a:bodyPr/>
        <a:lstStyle/>
        <a:p>
          <a:endParaRPr lang="en-US"/>
        </a:p>
      </dgm:t>
    </dgm:pt>
    <dgm:pt modelId="{63F00CB6-F208-4A83-903F-512563B5586C}">
      <dgm:prSet/>
      <dgm:spPr/>
      <dgm:t>
        <a:bodyPr/>
        <a:lstStyle/>
        <a:p>
          <a:r>
            <a:rPr lang="tr-TR"/>
            <a:t>LSTM</a:t>
          </a:r>
          <a:endParaRPr lang="en-US"/>
        </a:p>
      </dgm:t>
    </dgm:pt>
    <dgm:pt modelId="{CCDAE5D5-E5B9-4D22-9FC0-80BCA8334763}" type="parTrans" cxnId="{5795566F-D9F4-4A85-B9BB-0782E6C458E2}">
      <dgm:prSet/>
      <dgm:spPr/>
      <dgm:t>
        <a:bodyPr/>
        <a:lstStyle/>
        <a:p>
          <a:endParaRPr lang="en-US"/>
        </a:p>
      </dgm:t>
    </dgm:pt>
    <dgm:pt modelId="{73BC6F37-5DB7-4112-A6AC-202F5FBB0575}" type="sibTrans" cxnId="{5795566F-D9F4-4A85-B9BB-0782E6C458E2}">
      <dgm:prSet/>
      <dgm:spPr/>
      <dgm:t>
        <a:bodyPr/>
        <a:lstStyle/>
        <a:p>
          <a:endParaRPr lang="en-US"/>
        </a:p>
      </dgm:t>
    </dgm:pt>
    <dgm:pt modelId="{D7A580FC-B007-4BDB-A0C1-BDC84F5F6FCD}">
      <dgm:prSet/>
      <dgm:spPr/>
      <dgm:t>
        <a:bodyPr/>
        <a:lstStyle/>
        <a:p>
          <a:r>
            <a:rPr lang="tr-TR"/>
            <a:t>OrthogonalMatchingPursuit</a:t>
          </a:r>
          <a:endParaRPr lang="en-US"/>
        </a:p>
      </dgm:t>
    </dgm:pt>
    <dgm:pt modelId="{A8F1408A-4C47-4322-A38A-85D0FC7B504F}" type="parTrans" cxnId="{6A150434-F87D-45B2-8D28-966E2E8B4074}">
      <dgm:prSet/>
      <dgm:spPr/>
      <dgm:t>
        <a:bodyPr/>
        <a:lstStyle/>
        <a:p>
          <a:endParaRPr lang="en-US"/>
        </a:p>
      </dgm:t>
    </dgm:pt>
    <dgm:pt modelId="{4032BFE3-B972-4915-B252-3F9BE1634F91}" type="sibTrans" cxnId="{6A150434-F87D-45B2-8D28-966E2E8B4074}">
      <dgm:prSet/>
      <dgm:spPr/>
      <dgm:t>
        <a:bodyPr/>
        <a:lstStyle/>
        <a:p>
          <a:endParaRPr lang="en-US"/>
        </a:p>
      </dgm:t>
    </dgm:pt>
    <dgm:pt modelId="{74A59495-96E9-4E06-BEB2-5B76494CED81}">
      <dgm:prSet/>
      <dgm:spPr/>
      <dgm:t>
        <a:bodyPr/>
        <a:lstStyle/>
        <a:p>
          <a:r>
            <a:rPr lang="tr-TR"/>
            <a:t>CatBoost</a:t>
          </a:r>
          <a:endParaRPr lang="en-US"/>
        </a:p>
      </dgm:t>
    </dgm:pt>
    <dgm:pt modelId="{BBF23DC0-A0DB-4BFA-8A5B-487B993F7CAB}" type="parTrans" cxnId="{69F11E90-E920-4458-BEF3-B3A17E1B41B6}">
      <dgm:prSet/>
      <dgm:spPr/>
      <dgm:t>
        <a:bodyPr/>
        <a:lstStyle/>
        <a:p>
          <a:endParaRPr lang="en-US"/>
        </a:p>
      </dgm:t>
    </dgm:pt>
    <dgm:pt modelId="{79E78220-6EF6-44C7-83E5-01E580B68D13}" type="sibTrans" cxnId="{69F11E90-E920-4458-BEF3-B3A17E1B41B6}">
      <dgm:prSet/>
      <dgm:spPr/>
      <dgm:t>
        <a:bodyPr/>
        <a:lstStyle/>
        <a:p>
          <a:endParaRPr lang="en-US"/>
        </a:p>
      </dgm:t>
    </dgm:pt>
    <dgm:pt modelId="{3F3089AB-FF2F-469C-89CC-CEB3F1653799}">
      <dgm:prSet/>
      <dgm:spPr/>
      <dgm:t>
        <a:bodyPr/>
        <a:lstStyle/>
        <a:p>
          <a:r>
            <a:rPr lang="tr-TR"/>
            <a:t>lightGBM</a:t>
          </a:r>
          <a:endParaRPr lang="en-US"/>
        </a:p>
      </dgm:t>
    </dgm:pt>
    <dgm:pt modelId="{713BE0BE-9F5E-430F-8AE0-DBB15C67A347}" type="parTrans" cxnId="{D735580F-1ACB-4CDD-A310-E6391F6ACC05}">
      <dgm:prSet/>
      <dgm:spPr/>
      <dgm:t>
        <a:bodyPr/>
        <a:lstStyle/>
        <a:p>
          <a:endParaRPr lang="en-US"/>
        </a:p>
      </dgm:t>
    </dgm:pt>
    <dgm:pt modelId="{4A8D0910-7A54-49BC-BB83-F71A79A7A39D}" type="sibTrans" cxnId="{D735580F-1ACB-4CDD-A310-E6391F6ACC05}">
      <dgm:prSet/>
      <dgm:spPr/>
      <dgm:t>
        <a:bodyPr/>
        <a:lstStyle/>
        <a:p>
          <a:endParaRPr lang="en-US"/>
        </a:p>
      </dgm:t>
    </dgm:pt>
    <dgm:pt modelId="{467809A5-773B-4FE8-924A-7FFF2447519B}" type="pres">
      <dgm:prSet presAssocID="{B79773F8-3344-44D5-B074-A3F70BD48A22}" presName="vert0" presStyleCnt="0">
        <dgm:presLayoutVars>
          <dgm:dir/>
          <dgm:animOne val="branch"/>
          <dgm:animLvl val="lvl"/>
        </dgm:presLayoutVars>
      </dgm:prSet>
      <dgm:spPr/>
    </dgm:pt>
    <dgm:pt modelId="{59A7162E-BF82-4A3B-8D6B-4E114C880B9F}" type="pres">
      <dgm:prSet presAssocID="{93028247-3483-4F8E-8677-0BE8AADEFA8D}" presName="thickLine" presStyleLbl="alignNode1" presStyleIdx="0" presStyleCnt="5"/>
      <dgm:spPr/>
    </dgm:pt>
    <dgm:pt modelId="{1BEC70E4-4A33-4B91-945B-EC00AB09131D}" type="pres">
      <dgm:prSet presAssocID="{93028247-3483-4F8E-8677-0BE8AADEFA8D}" presName="horz1" presStyleCnt="0"/>
      <dgm:spPr/>
    </dgm:pt>
    <dgm:pt modelId="{BC9CF170-9DED-4E0F-85E7-2611037634EA}" type="pres">
      <dgm:prSet presAssocID="{93028247-3483-4F8E-8677-0BE8AADEFA8D}" presName="tx1" presStyleLbl="revTx" presStyleIdx="0" presStyleCnt="5"/>
      <dgm:spPr/>
    </dgm:pt>
    <dgm:pt modelId="{CF23050F-6D44-494D-926A-BFEC43B38076}" type="pres">
      <dgm:prSet presAssocID="{93028247-3483-4F8E-8677-0BE8AADEFA8D}" presName="vert1" presStyleCnt="0"/>
      <dgm:spPr/>
    </dgm:pt>
    <dgm:pt modelId="{EA09A342-2F53-4E79-87B7-1ECA0F7D32EB}" type="pres">
      <dgm:prSet presAssocID="{63F00CB6-F208-4A83-903F-512563B5586C}" presName="thickLine" presStyleLbl="alignNode1" presStyleIdx="1" presStyleCnt="5"/>
      <dgm:spPr/>
    </dgm:pt>
    <dgm:pt modelId="{AEA4B7B1-19D2-4E20-AFAD-4C0DC49896DE}" type="pres">
      <dgm:prSet presAssocID="{63F00CB6-F208-4A83-903F-512563B5586C}" presName="horz1" presStyleCnt="0"/>
      <dgm:spPr/>
    </dgm:pt>
    <dgm:pt modelId="{38C5064B-CAB1-4DF8-9C77-679B976B7A08}" type="pres">
      <dgm:prSet presAssocID="{63F00CB6-F208-4A83-903F-512563B5586C}" presName="tx1" presStyleLbl="revTx" presStyleIdx="1" presStyleCnt="5"/>
      <dgm:spPr/>
    </dgm:pt>
    <dgm:pt modelId="{8C69A13B-98E0-4599-8D78-B59378B453FA}" type="pres">
      <dgm:prSet presAssocID="{63F00CB6-F208-4A83-903F-512563B5586C}" presName="vert1" presStyleCnt="0"/>
      <dgm:spPr/>
    </dgm:pt>
    <dgm:pt modelId="{09A8E525-0414-4FA4-B737-6F085CAF1D94}" type="pres">
      <dgm:prSet presAssocID="{D7A580FC-B007-4BDB-A0C1-BDC84F5F6FCD}" presName="thickLine" presStyleLbl="alignNode1" presStyleIdx="2" presStyleCnt="5"/>
      <dgm:spPr/>
    </dgm:pt>
    <dgm:pt modelId="{64BD65AA-50F6-4D55-AD77-BC7655D4E6D6}" type="pres">
      <dgm:prSet presAssocID="{D7A580FC-B007-4BDB-A0C1-BDC84F5F6FCD}" presName="horz1" presStyleCnt="0"/>
      <dgm:spPr/>
    </dgm:pt>
    <dgm:pt modelId="{5FCA3F87-6004-48DE-B243-BEC24B22D36C}" type="pres">
      <dgm:prSet presAssocID="{D7A580FC-B007-4BDB-A0C1-BDC84F5F6FCD}" presName="tx1" presStyleLbl="revTx" presStyleIdx="2" presStyleCnt="5"/>
      <dgm:spPr/>
    </dgm:pt>
    <dgm:pt modelId="{BF2E8EC0-8951-445B-9548-24FBE75CCB43}" type="pres">
      <dgm:prSet presAssocID="{D7A580FC-B007-4BDB-A0C1-BDC84F5F6FCD}" presName="vert1" presStyleCnt="0"/>
      <dgm:spPr/>
    </dgm:pt>
    <dgm:pt modelId="{AB99894D-2351-4771-BFD1-389293899A71}" type="pres">
      <dgm:prSet presAssocID="{74A59495-96E9-4E06-BEB2-5B76494CED81}" presName="thickLine" presStyleLbl="alignNode1" presStyleIdx="3" presStyleCnt="5"/>
      <dgm:spPr/>
    </dgm:pt>
    <dgm:pt modelId="{D5650574-29BD-4807-AF88-E23B8F72F47A}" type="pres">
      <dgm:prSet presAssocID="{74A59495-96E9-4E06-BEB2-5B76494CED81}" presName="horz1" presStyleCnt="0"/>
      <dgm:spPr/>
    </dgm:pt>
    <dgm:pt modelId="{1BA9352E-A8C8-4440-AF08-179B361319D6}" type="pres">
      <dgm:prSet presAssocID="{74A59495-96E9-4E06-BEB2-5B76494CED81}" presName="tx1" presStyleLbl="revTx" presStyleIdx="3" presStyleCnt="5"/>
      <dgm:spPr/>
    </dgm:pt>
    <dgm:pt modelId="{9B052A64-AB28-4388-8EE0-B6E9212172D1}" type="pres">
      <dgm:prSet presAssocID="{74A59495-96E9-4E06-BEB2-5B76494CED81}" presName="vert1" presStyleCnt="0"/>
      <dgm:spPr/>
    </dgm:pt>
    <dgm:pt modelId="{AD519836-F591-43F6-BB84-AE9ED8BB7548}" type="pres">
      <dgm:prSet presAssocID="{3F3089AB-FF2F-469C-89CC-CEB3F1653799}" presName="thickLine" presStyleLbl="alignNode1" presStyleIdx="4" presStyleCnt="5"/>
      <dgm:spPr/>
    </dgm:pt>
    <dgm:pt modelId="{ECA05700-94E9-45A8-A778-9ED100FCF90C}" type="pres">
      <dgm:prSet presAssocID="{3F3089AB-FF2F-469C-89CC-CEB3F1653799}" presName="horz1" presStyleCnt="0"/>
      <dgm:spPr/>
    </dgm:pt>
    <dgm:pt modelId="{F86033B7-F4E8-481E-9836-7C764F7E7B1A}" type="pres">
      <dgm:prSet presAssocID="{3F3089AB-FF2F-469C-89CC-CEB3F1653799}" presName="tx1" presStyleLbl="revTx" presStyleIdx="4" presStyleCnt="5"/>
      <dgm:spPr/>
    </dgm:pt>
    <dgm:pt modelId="{8ACFE076-1F08-4DB8-A571-720A4D1713E2}" type="pres">
      <dgm:prSet presAssocID="{3F3089AB-FF2F-469C-89CC-CEB3F1653799}" presName="vert1" presStyleCnt="0"/>
      <dgm:spPr/>
    </dgm:pt>
  </dgm:ptLst>
  <dgm:cxnLst>
    <dgm:cxn modelId="{7899140C-2007-471B-8677-D67F28867B33}" type="presOf" srcId="{63F00CB6-F208-4A83-903F-512563B5586C}" destId="{38C5064B-CAB1-4DF8-9C77-679B976B7A08}" srcOrd="0" destOrd="0" presId="urn:microsoft.com/office/officeart/2008/layout/LinedList"/>
    <dgm:cxn modelId="{D735580F-1ACB-4CDD-A310-E6391F6ACC05}" srcId="{B79773F8-3344-44D5-B074-A3F70BD48A22}" destId="{3F3089AB-FF2F-469C-89CC-CEB3F1653799}" srcOrd="4" destOrd="0" parTransId="{713BE0BE-9F5E-430F-8AE0-DBB15C67A347}" sibTransId="{4A8D0910-7A54-49BC-BB83-F71A79A7A39D}"/>
    <dgm:cxn modelId="{6A79CE29-B3F3-4BD5-9B90-E7A856F811CD}" type="presOf" srcId="{74A59495-96E9-4E06-BEB2-5B76494CED81}" destId="{1BA9352E-A8C8-4440-AF08-179B361319D6}" srcOrd="0" destOrd="0" presId="urn:microsoft.com/office/officeart/2008/layout/LinedList"/>
    <dgm:cxn modelId="{864E4A31-DB56-4505-BDE7-3EB6E7B997EA}" type="presOf" srcId="{3F3089AB-FF2F-469C-89CC-CEB3F1653799}" destId="{F86033B7-F4E8-481E-9836-7C764F7E7B1A}" srcOrd="0" destOrd="0" presId="urn:microsoft.com/office/officeart/2008/layout/LinedList"/>
    <dgm:cxn modelId="{6A150434-F87D-45B2-8D28-966E2E8B4074}" srcId="{B79773F8-3344-44D5-B074-A3F70BD48A22}" destId="{D7A580FC-B007-4BDB-A0C1-BDC84F5F6FCD}" srcOrd="2" destOrd="0" parTransId="{A8F1408A-4C47-4322-A38A-85D0FC7B504F}" sibTransId="{4032BFE3-B972-4915-B252-3F9BE1634F91}"/>
    <dgm:cxn modelId="{0164BA3E-051B-484B-8A72-6E679BC5F3CC}" srcId="{B79773F8-3344-44D5-B074-A3F70BD48A22}" destId="{93028247-3483-4F8E-8677-0BE8AADEFA8D}" srcOrd="0" destOrd="0" parTransId="{4B5F47D2-1FBD-4754-99E0-12CD780FA0F4}" sibTransId="{E5E8C313-EF16-4388-8143-F0038149CEDB}"/>
    <dgm:cxn modelId="{EF4C2E3F-E58D-420D-9A81-10326E6BB6CA}" type="presOf" srcId="{93028247-3483-4F8E-8677-0BE8AADEFA8D}" destId="{BC9CF170-9DED-4E0F-85E7-2611037634EA}" srcOrd="0" destOrd="0" presId="urn:microsoft.com/office/officeart/2008/layout/LinedList"/>
    <dgm:cxn modelId="{5795566F-D9F4-4A85-B9BB-0782E6C458E2}" srcId="{B79773F8-3344-44D5-B074-A3F70BD48A22}" destId="{63F00CB6-F208-4A83-903F-512563B5586C}" srcOrd="1" destOrd="0" parTransId="{CCDAE5D5-E5B9-4D22-9FC0-80BCA8334763}" sibTransId="{73BC6F37-5DB7-4112-A6AC-202F5FBB0575}"/>
    <dgm:cxn modelId="{BAD65F54-AD92-402D-A82F-235ABE45214C}" type="presOf" srcId="{B79773F8-3344-44D5-B074-A3F70BD48A22}" destId="{467809A5-773B-4FE8-924A-7FFF2447519B}" srcOrd="0" destOrd="0" presId="urn:microsoft.com/office/officeart/2008/layout/LinedList"/>
    <dgm:cxn modelId="{E202D08A-0DE5-40F1-A75C-A069766F0DFD}" type="presOf" srcId="{D7A580FC-B007-4BDB-A0C1-BDC84F5F6FCD}" destId="{5FCA3F87-6004-48DE-B243-BEC24B22D36C}" srcOrd="0" destOrd="0" presId="urn:microsoft.com/office/officeart/2008/layout/LinedList"/>
    <dgm:cxn modelId="{69F11E90-E920-4458-BEF3-B3A17E1B41B6}" srcId="{B79773F8-3344-44D5-B074-A3F70BD48A22}" destId="{74A59495-96E9-4E06-BEB2-5B76494CED81}" srcOrd="3" destOrd="0" parTransId="{BBF23DC0-A0DB-4BFA-8A5B-487B993F7CAB}" sibTransId="{79E78220-6EF6-44C7-83E5-01E580B68D13}"/>
    <dgm:cxn modelId="{9D9FCD21-7542-431F-B971-D19F76E1117B}" type="presParOf" srcId="{467809A5-773B-4FE8-924A-7FFF2447519B}" destId="{59A7162E-BF82-4A3B-8D6B-4E114C880B9F}" srcOrd="0" destOrd="0" presId="urn:microsoft.com/office/officeart/2008/layout/LinedList"/>
    <dgm:cxn modelId="{62725361-11F5-4357-883E-3658BE6648ED}" type="presParOf" srcId="{467809A5-773B-4FE8-924A-7FFF2447519B}" destId="{1BEC70E4-4A33-4B91-945B-EC00AB09131D}" srcOrd="1" destOrd="0" presId="urn:microsoft.com/office/officeart/2008/layout/LinedList"/>
    <dgm:cxn modelId="{DA7F7F9D-D63C-400E-AE16-D62539C7B688}" type="presParOf" srcId="{1BEC70E4-4A33-4B91-945B-EC00AB09131D}" destId="{BC9CF170-9DED-4E0F-85E7-2611037634EA}" srcOrd="0" destOrd="0" presId="urn:microsoft.com/office/officeart/2008/layout/LinedList"/>
    <dgm:cxn modelId="{29C28009-8A7F-4230-8B15-17B9773B340C}" type="presParOf" srcId="{1BEC70E4-4A33-4B91-945B-EC00AB09131D}" destId="{CF23050F-6D44-494D-926A-BFEC43B38076}" srcOrd="1" destOrd="0" presId="urn:microsoft.com/office/officeart/2008/layout/LinedList"/>
    <dgm:cxn modelId="{8BBC6936-4159-47AA-ABD9-3B7B9F9AEF72}" type="presParOf" srcId="{467809A5-773B-4FE8-924A-7FFF2447519B}" destId="{EA09A342-2F53-4E79-87B7-1ECA0F7D32EB}" srcOrd="2" destOrd="0" presId="urn:microsoft.com/office/officeart/2008/layout/LinedList"/>
    <dgm:cxn modelId="{3025BF0C-0E21-4A60-A335-2864CA73764F}" type="presParOf" srcId="{467809A5-773B-4FE8-924A-7FFF2447519B}" destId="{AEA4B7B1-19D2-4E20-AFAD-4C0DC49896DE}" srcOrd="3" destOrd="0" presId="urn:microsoft.com/office/officeart/2008/layout/LinedList"/>
    <dgm:cxn modelId="{417B7140-D86D-45E2-A7FC-024537A63BA8}" type="presParOf" srcId="{AEA4B7B1-19D2-4E20-AFAD-4C0DC49896DE}" destId="{38C5064B-CAB1-4DF8-9C77-679B976B7A08}" srcOrd="0" destOrd="0" presId="urn:microsoft.com/office/officeart/2008/layout/LinedList"/>
    <dgm:cxn modelId="{0F8ED1CA-927F-4CCE-AA9D-20398588F2E2}" type="presParOf" srcId="{AEA4B7B1-19D2-4E20-AFAD-4C0DC49896DE}" destId="{8C69A13B-98E0-4599-8D78-B59378B453FA}" srcOrd="1" destOrd="0" presId="urn:microsoft.com/office/officeart/2008/layout/LinedList"/>
    <dgm:cxn modelId="{9C1834EF-50BE-4DB5-8625-AA79347EF7FC}" type="presParOf" srcId="{467809A5-773B-4FE8-924A-7FFF2447519B}" destId="{09A8E525-0414-4FA4-B737-6F085CAF1D94}" srcOrd="4" destOrd="0" presId="urn:microsoft.com/office/officeart/2008/layout/LinedList"/>
    <dgm:cxn modelId="{33DEF4CB-F480-489B-8B61-C53543015A8A}" type="presParOf" srcId="{467809A5-773B-4FE8-924A-7FFF2447519B}" destId="{64BD65AA-50F6-4D55-AD77-BC7655D4E6D6}" srcOrd="5" destOrd="0" presId="urn:microsoft.com/office/officeart/2008/layout/LinedList"/>
    <dgm:cxn modelId="{6FB8E5F0-5BF1-4D13-B8CE-BC5D314F9D86}" type="presParOf" srcId="{64BD65AA-50F6-4D55-AD77-BC7655D4E6D6}" destId="{5FCA3F87-6004-48DE-B243-BEC24B22D36C}" srcOrd="0" destOrd="0" presId="urn:microsoft.com/office/officeart/2008/layout/LinedList"/>
    <dgm:cxn modelId="{EAFF132A-DE81-41D2-872C-B58205E9B6BA}" type="presParOf" srcId="{64BD65AA-50F6-4D55-AD77-BC7655D4E6D6}" destId="{BF2E8EC0-8951-445B-9548-24FBE75CCB43}" srcOrd="1" destOrd="0" presId="urn:microsoft.com/office/officeart/2008/layout/LinedList"/>
    <dgm:cxn modelId="{2FE5F41D-C076-4381-8F80-DA4F35353A30}" type="presParOf" srcId="{467809A5-773B-4FE8-924A-7FFF2447519B}" destId="{AB99894D-2351-4771-BFD1-389293899A71}" srcOrd="6" destOrd="0" presId="urn:microsoft.com/office/officeart/2008/layout/LinedList"/>
    <dgm:cxn modelId="{58AFE78F-0B01-4198-BC15-0177533D80C3}" type="presParOf" srcId="{467809A5-773B-4FE8-924A-7FFF2447519B}" destId="{D5650574-29BD-4807-AF88-E23B8F72F47A}" srcOrd="7" destOrd="0" presId="urn:microsoft.com/office/officeart/2008/layout/LinedList"/>
    <dgm:cxn modelId="{B7A9200B-C709-4635-9246-4A62932D2B8B}" type="presParOf" srcId="{D5650574-29BD-4807-AF88-E23B8F72F47A}" destId="{1BA9352E-A8C8-4440-AF08-179B361319D6}" srcOrd="0" destOrd="0" presId="urn:microsoft.com/office/officeart/2008/layout/LinedList"/>
    <dgm:cxn modelId="{4711E86C-FCE7-41DB-A09B-6EF652CF72ED}" type="presParOf" srcId="{D5650574-29BD-4807-AF88-E23B8F72F47A}" destId="{9B052A64-AB28-4388-8EE0-B6E9212172D1}" srcOrd="1" destOrd="0" presId="urn:microsoft.com/office/officeart/2008/layout/LinedList"/>
    <dgm:cxn modelId="{6DBA7A0B-5EB0-4D08-B00F-0F89B756E279}" type="presParOf" srcId="{467809A5-773B-4FE8-924A-7FFF2447519B}" destId="{AD519836-F591-43F6-BB84-AE9ED8BB7548}" srcOrd="8" destOrd="0" presId="urn:microsoft.com/office/officeart/2008/layout/LinedList"/>
    <dgm:cxn modelId="{B694B5A9-3DB7-459E-A716-DB10227A80E9}" type="presParOf" srcId="{467809A5-773B-4FE8-924A-7FFF2447519B}" destId="{ECA05700-94E9-45A8-A778-9ED100FCF90C}" srcOrd="9" destOrd="0" presId="urn:microsoft.com/office/officeart/2008/layout/LinedList"/>
    <dgm:cxn modelId="{A420785A-367D-4E0E-A272-EF97D8DD8850}" type="presParOf" srcId="{ECA05700-94E9-45A8-A778-9ED100FCF90C}" destId="{F86033B7-F4E8-481E-9836-7C764F7E7B1A}" srcOrd="0" destOrd="0" presId="urn:microsoft.com/office/officeart/2008/layout/LinedList"/>
    <dgm:cxn modelId="{C13B7220-8782-48AD-A05C-3E9BE04F4700}" type="presParOf" srcId="{ECA05700-94E9-45A8-A778-9ED100FCF90C}" destId="{8ACFE076-1F08-4DB8-A571-720A4D1713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49ED1-8A8B-449F-B7AD-3CA6F36EC5E9}">
      <dsp:nvSpPr>
        <dsp:cNvPr id="0" name=""/>
        <dsp:cNvSpPr/>
      </dsp:nvSpPr>
      <dsp:spPr>
        <a:xfrm>
          <a:off x="0" y="0"/>
          <a:ext cx="1082039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C53A59-6756-4C7C-BF50-8CAF82937DB6}">
      <dsp:nvSpPr>
        <dsp:cNvPr id="0" name=""/>
        <dsp:cNvSpPr/>
      </dsp:nvSpPr>
      <dsp:spPr>
        <a:xfrm>
          <a:off x="0" y="0"/>
          <a:ext cx="10820398" cy="903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>
              <a:latin typeface="Meiryo"/>
            </a:rPr>
            <a:t>VERGİ GELİRİ VERİLERİ</a:t>
          </a:r>
          <a:endParaRPr lang="en-US" sz="2900" kern="1200" dirty="0"/>
        </a:p>
      </dsp:txBody>
      <dsp:txXfrm>
        <a:off x="0" y="0"/>
        <a:ext cx="10820398" cy="903684"/>
      </dsp:txXfrm>
    </dsp:sp>
    <dsp:sp modelId="{78090DC5-29CE-4E28-8FF5-ED4338A89D39}">
      <dsp:nvSpPr>
        <dsp:cNvPr id="0" name=""/>
        <dsp:cNvSpPr/>
      </dsp:nvSpPr>
      <dsp:spPr>
        <a:xfrm>
          <a:off x="0" y="903684"/>
          <a:ext cx="10820398" cy="0"/>
        </a:xfrm>
        <a:prstGeom prst="line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accent2">
              <a:hueOff val="-2918144"/>
              <a:satOff val="-2633"/>
              <a:lumOff val="-5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8FA014-403B-43C9-AA7E-B4CEECF808F7}">
      <dsp:nvSpPr>
        <dsp:cNvPr id="0" name=""/>
        <dsp:cNvSpPr/>
      </dsp:nvSpPr>
      <dsp:spPr>
        <a:xfrm>
          <a:off x="0" y="903684"/>
          <a:ext cx="10820398" cy="903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DEĞİŞKEN SEÇİMİ</a:t>
          </a:r>
          <a:endParaRPr lang="en-US" sz="2900" kern="1200" dirty="0"/>
        </a:p>
      </dsp:txBody>
      <dsp:txXfrm>
        <a:off x="0" y="903684"/>
        <a:ext cx="10820398" cy="903684"/>
      </dsp:txXfrm>
    </dsp:sp>
    <dsp:sp modelId="{38CA2BEC-0D11-410A-A6F8-01182CC3A9F3}">
      <dsp:nvSpPr>
        <dsp:cNvPr id="0" name=""/>
        <dsp:cNvSpPr/>
      </dsp:nvSpPr>
      <dsp:spPr>
        <a:xfrm>
          <a:off x="0" y="1807369"/>
          <a:ext cx="10820398" cy="0"/>
        </a:xfrm>
        <a:prstGeom prst="line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accent2">
              <a:hueOff val="-5836287"/>
              <a:satOff val="-5267"/>
              <a:lumOff val="-11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3D7AEBC-817E-40AA-BE77-FF45F93A6255}">
      <dsp:nvSpPr>
        <dsp:cNvPr id="0" name=""/>
        <dsp:cNvSpPr/>
      </dsp:nvSpPr>
      <dsp:spPr>
        <a:xfrm>
          <a:off x="0" y="1807369"/>
          <a:ext cx="10820398" cy="903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MODEL SEÇİMİ</a:t>
          </a:r>
          <a:endParaRPr lang="en-US" sz="2900" kern="1200" dirty="0"/>
        </a:p>
      </dsp:txBody>
      <dsp:txXfrm>
        <a:off x="0" y="1807369"/>
        <a:ext cx="10820398" cy="903684"/>
      </dsp:txXfrm>
    </dsp:sp>
    <dsp:sp modelId="{46966DCA-608E-484B-9D60-248CEC9D70DD}">
      <dsp:nvSpPr>
        <dsp:cNvPr id="0" name=""/>
        <dsp:cNvSpPr/>
      </dsp:nvSpPr>
      <dsp:spPr>
        <a:xfrm>
          <a:off x="0" y="2711053"/>
          <a:ext cx="10820398" cy="0"/>
        </a:xfrm>
        <a:prstGeom prst="line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accent2">
              <a:hueOff val="-8754431"/>
              <a:satOff val="-7900"/>
              <a:lumOff val="-17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4FBA6D-74EA-4D56-9AF7-66CDFB52DD3F}">
      <dsp:nvSpPr>
        <dsp:cNvPr id="0" name=""/>
        <dsp:cNvSpPr/>
      </dsp:nvSpPr>
      <dsp:spPr>
        <a:xfrm>
          <a:off x="0" y="2711053"/>
          <a:ext cx="10820398" cy="903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EN İYİ TAHMİN MODELİ</a:t>
          </a:r>
          <a:endParaRPr lang="en-US" sz="2900" kern="1200" dirty="0"/>
        </a:p>
      </dsp:txBody>
      <dsp:txXfrm>
        <a:off x="0" y="2711053"/>
        <a:ext cx="10820398" cy="903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5C7EE-AB07-4E4C-B6C3-7268A7DC622A}">
      <dsp:nvSpPr>
        <dsp:cNvPr id="0" name=""/>
        <dsp:cNvSpPr/>
      </dsp:nvSpPr>
      <dsp:spPr>
        <a:xfrm>
          <a:off x="2593865" y="1377622"/>
          <a:ext cx="91440" cy="6306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061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E4713C-6C92-4C15-9FAC-84E21B8EE7E9}">
      <dsp:nvSpPr>
        <dsp:cNvPr id="0" name=""/>
        <dsp:cNvSpPr/>
      </dsp:nvSpPr>
      <dsp:spPr>
        <a:xfrm>
          <a:off x="1555432" y="748"/>
          <a:ext cx="2168306" cy="137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0BFB8F-312C-4F2C-86A0-2F673CFD9423}">
      <dsp:nvSpPr>
        <dsp:cNvPr id="0" name=""/>
        <dsp:cNvSpPr/>
      </dsp:nvSpPr>
      <dsp:spPr>
        <a:xfrm>
          <a:off x="1796355" y="229624"/>
          <a:ext cx="2168306" cy="1376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VERGİ GELİRİLERİNİ ETKİLEYEN </a:t>
          </a:r>
          <a:r>
            <a:rPr lang="tr-TR" sz="1800" kern="1200" dirty="0">
              <a:latin typeface="Century Gothic" panose="020B0502020202020204"/>
            </a:rPr>
            <a:t>DEĞİŞKENLER</a:t>
          </a:r>
          <a:endParaRPr lang="en-US" sz="1800" kern="1200" dirty="0"/>
        </a:p>
      </dsp:txBody>
      <dsp:txXfrm>
        <a:off x="1836682" y="269951"/>
        <a:ext cx="2087652" cy="1296220"/>
      </dsp:txXfrm>
    </dsp:sp>
    <dsp:sp modelId="{2F47F843-5A53-4DD8-92CD-FD2B221D154E}">
      <dsp:nvSpPr>
        <dsp:cNvPr id="0" name=""/>
        <dsp:cNvSpPr/>
      </dsp:nvSpPr>
      <dsp:spPr>
        <a:xfrm>
          <a:off x="1555432" y="2008238"/>
          <a:ext cx="2168306" cy="137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023DCD-C370-4F65-99EC-171D8C0B0FA2}">
      <dsp:nvSpPr>
        <dsp:cNvPr id="0" name=""/>
        <dsp:cNvSpPr/>
      </dsp:nvSpPr>
      <dsp:spPr>
        <a:xfrm>
          <a:off x="1796355" y="2237115"/>
          <a:ext cx="2168306" cy="1376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b="1" kern="1200" dirty="0"/>
            <a:t>KORELASYON</a:t>
          </a:r>
          <a:endParaRPr lang="en-US" sz="1800" kern="1200" dirty="0"/>
        </a:p>
      </dsp:txBody>
      <dsp:txXfrm>
        <a:off x="1836682" y="2277442"/>
        <a:ext cx="2087652" cy="1296220"/>
      </dsp:txXfrm>
    </dsp:sp>
    <dsp:sp modelId="{476F563A-0A05-4EB6-BF98-C052F20B5775}">
      <dsp:nvSpPr>
        <dsp:cNvPr id="0" name=""/>
        <dsp:cNvSpPr/>
      </dsp:nvSpPr>
      <dsp:spPr>
        <a:xfrm>
          <a:off x="4205584" y="748"/>
          <a:ext cx="2168306" cy="137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632EE5-9ED3-4B32-A1AC-498842FED123}">
      <dsp:nvSpPr>
        <dsp:cNvPr id="0" name=""/>
        <dsp:cNvSpPr/>
      </dsp:nvSpPr>
      <dsp:spPr>
        <a:xfrm>
          <a:off x="4446507" y="229624"/>
          <a:ext cx="2168306" cy="1376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YILLIK TAHMİNLER</a:t>
          </a:r>
          <a:endParaRPr lang="en-US" sz="1800" kern="1200" dirty="0"/>
        </a:p>
      </dsp:txBody>
      <dsp:txXfrm>
        <a:off x="4486834" y="269951"/>
        <a:ext cx="2087652" cy="1296220"/>
      </dsp:txXfrm>
    </dsp:sp>
    <dsp:sp modelId="{8F18659E-1F3B-4A63-865B-1CA6D60EB02D}">
      <dsp:nvSpPr>
        <dsp:cNvPr id="0" name=""/>
        <dsp:cNvSpPr/>
      </dsp:nvSpPr>
      <dsp:spPr>
        <a:xfrm>
          <a:off x="6855737" y="748"/>
          <a:ext cx="2168306" cy="1376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35AED3-1CC8-4743-AD33-7B96AD879C54}">
      <dsp:nvSpPr>
        <dsp:cNvPr id="0" name=""/>
        <dsp:cNvSpPr/>
      </dsp:nvSpPr>
      <dsp:spPr>
        <a:xfrm>
          <a:off x="7096660" y="229624"/>
          <a:ext cx="2168306" cy="1376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MAKİNE ÖĞRENMESİ VE DERİN ÖĞRENME MODELLERİ</a:t>
          </a:r>
          <a:endParaRPr lang="en-US" sz="1800" kern="1200" dirty="0"/>
        </a:p>
      </dsp:txBody>
      <dsp:txXfrm>
        <a:off x="7136987" y="269951"/>
        <a:ext cx="2087652" cy="1296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3C0AD-DA45-4225-8F7D-8BCADAB21592}">
      <dsp:nvSpPr>
        <dsp:cNvPr id="0" name=""/>
        <dsp:cNvSpPr/>
      </dsp:nvSpPr>
      <dsp:spPr>
        <a:xfrm>
          <a:off x="0" y="4293"/>
          <a:ext cx="993557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Vergi gelirinin 12 ay gecikmeli değeri </a:t>
          </a:r>
          <a:endParaRPr lang="en-US" sz="2600" kern="1200"/>
        </a:p>
      </dsp:txBody>
      <dsp:txXfrm>
        <a:off x="30442" y="34735"/>
        <a:ext cx="9874687" cy="562726"/>
      </dsp:txXfrm>
    </dsp:sp>
    <dsp:sp modelId="{1ACC752D-6D71-4783-8A4C-8FF386C6FBCF}">
      <dsp:nvSpPr>
        <dsp:cNvPr id="0" name=""/>
        <dsp:cNvSpPr/>
      </dsp:nvSpPr>
      <dsp:spPr>
        <a:xfrm>
          <a:off x="0" y="702783"/>
          <a:ext cx="993557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Üfenin 12 ay gecikmeli değeri</a:t>
          </a:r>
          <a:endParaRPr lang="en-US" sz="2600" kern="1200"/>
        </a:p>
      </dsp:txBody>
      <dsp:txXfrm>
        <a:off x="30442" y="733225"/>
        <a:ext cx="9874687" cy="562726"/>
      </dsp:txXfrm>
    </dsp:sp>
    <dsp:sp modelId="{6046B595-A534-49B9-ACD6-B07FD6E4FA96}">
      <dsp:nvSpPr>
        <dsp:cNvPr id="0" name=""/>
        <dsp:cNvSpPr/>
      </dsp:nvSpPr>
      <dsp:spPr>
        <a:xfrm>
          <a:off x="0" y="1401273"/>
          <a:ext cx="993557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Tüfenin 12 ay gecikmeli değeri</a:t>
          </a:r>
          <a:endParaRPr lang="en-US" sz="2600" kern="1200"/>
        </a:p>
      </dsp:txBody>
      <dsp:txXfrm>
        <a:off x="30442" y="1431715"/>
        <a:ext cx="9874687" cy="562726"/>
      </dsp:txXfrm>
    </dsp:sp>
    <dsp:sp modelId="{9F95B1D6-D69D-4B10-A036-5A0B9BDCF769}">
      <dsp:nvSpPr>
        <dsp:cNvPr id="0" name=""/>
        <dsp:cNvSpPr/>
      </dsp:nvSpPr>
      <dsp:spPr>
        <a:xfrm>
          <a:off x="0" y="2099764"/>
          <a:ext cx="993557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Doların TL değerinin 12 ay gecikmeli değeri  </a:t>
          </a:r>
          <a:endParaRPr lang="en-US" sz="2600" kern="1200"/>
        </a:p>
      </dsp:txBody>
      <dsp:txXfrm>
        <a:off x="30442" y="2130206"/>
        <a:ext cx="9874687" cy="562726"/>
      </dsp:txXfrm>
    </dsp:sp>
    <dsp:sp modelId="{BEA8A64F-14A0-4012-ADCE-197A5CC3B90F}">
      <dsp:nvSpPr>
        <dsp:cNvPr id="0" name=""/>
        <dsp:cNvSpPr/>
      </dsp:nvSpPr>
      <dsp:spPr>
        <a:xfrm>
          <a:off x="0" y="2798254"/>
          <a:ext cx="993557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Altın fiyatının 12 ay gecikmeli değeri</a:t>
          </a:r>
          <a:endParaRPr lang="en-US" sz="2600" kern="1200"/>
        </a:p>
      </dsp:txBody>
      <dsp:txXfrm>
        <a:off x="30442" y="2828696"/>
        <a:ext cx="9874687" cy="562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7162E-BF82-4A3B-8D6B-4E114C880B9F}">
      <dsp:nvSpPr>
        <dsp:cNvPr id="0" name=""/>
        <dsp:cNvSpPr/>
      </dsp:nvSpPr>
      <dsp:spPr>
        <a:xfrm>
          <a:off x="0" y="582"/>
          <a:ext cx="61904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CF170-9DED-4E0F-85E7-2611037634EA}">
      <dsp:nvSpPr>
        <dsp:cNvPr id="0" name=""/>
        <dsp:cNvSpPr/>
      </dsp:nvSpPr>
      <dsp:spPr>
        <a:xfrm>
          <a:off x="0" y="582"/>
          <a:ext cx="6190459" cy="95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XGBoost</a:t>
          </a:r>
          <a:endParaRPr lang="en-US" sz="3500" kern="1200"/>
        </a:p>
      </dsp:txBody>
      <dsp:txXfrm>
        <a:off x="0" y="582"/>
        <a:ext cx="6190459" cy="953509"/>
      </dsp:txXfrm>
    </dsp:sp>
    <dsp:sp modelId="{EA09A342-2F53-4E79-87B7-1ECA0F7D32EB}">
      <dsp:nvSpPr>
        <dsp:cNvPr id="0" name=""/>
        <dsp:cNvSpPr/>
      </dsp:nvSpPr>
      <dsp:spPr>
        <a:xfrm>
          <a:off x="0" y="954091"/>
          <a:ext cx="6190459" cy="0"/>
        </a:xfrm>
        <a:prstGeom prst="line">
          <a:avLst/>
        </a:prstGeom>
        <a:solidFill>
          <a:schemeClr val="accent2">
            <a:hueOff val="-2188608"/>
            <a:satOff val="-1975"/>
            <a:lumOff val="-440"/>
            <a:alphaOff val="0"/>
          </a:schemeClr>
        </a:solidFill>
        <a:ln w="15875" cap="rnd" cmpd="sng" algn="ctr">
          <a:solidFill>
            <a:schemeClr val="accent2">
              <a:hueOff val="-2188608"/>
              <a:satOff val="-1975"/>
              <a:lumOff val="-4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5064B-CAB1-4DF8-9C77-679B976B7A08}">
      <dsp:nvSpPr>
        <dsp:cNvPr id="0" name=""/>
        <dsp:cNvSpPr/>
      </dsp:nvSpPr>
      <dsp:spPr>
        <a:xfrm>
          <a:off x="0" y="954091"/>
          <a:ext cx="6190459" cy="95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LSTM</a:t>
          </a:r>
          <a:endParaRPr lang="en-US" sz="3500" kern="1200"/>
        </a:p>
      </dsp:txBody>
      <dsp:txXfrm>
        <a:off x="0" y="954091"/>
        <a:ext cx="6190459" cy="953509"/>
      </dsp:txXfrm>
    </dsp:sp>
    <dsp:sp modelId="{09A8E525-0414-4FA4-B737-6F085CAF1D94}">
      <dsp:nvSpPr>
        <dsp:cNvPr id="0" name=""/>
        <dsp:cNvSpPr/>
      </dsp:nvSpPr>
      <dsp:spPr>
        <a:xfrm>
          <a:off x="0" y="1907601"/>
          <a:ext cx="6190459" cy="0"/>
        </a:xfrm>
        <a:prstGeom prst="line">
          <a:avLst/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accent2">
              <a:hueOff val="-4377215"/>
              <a:satOff val="-3950"/>
              <a:lumOff val="-8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A3F87-6004-48DE-B243-BEC24B22D36C}">
      <dsp:nvSpPr>
        <dsp:cNvPr id="0" name=""/>
        <dsp:cNvSpPr/>
      </dsp:nvSpPr>
      <dsp:spPr>
        <a:xfrm>
          <a:off x="0" y="1907601"/>
          <a:ext cx="6190459" cy="95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OrthogonalMatchingPursuit</a:t>
          </a:r>
          <a:endParaRPr lang="en-US" sz="3500" kern="1200"/>
        </a:p>
      </dsp:txBody>
      <dsp:txXfrm>
        <a:off x="0" y="1907601"/>
        <a:ext cx="6190459" cy="953509"/>
      </dsp:txXfrm>
    </dsp:sp>
    <dsp:sp modelId="{AB99894D-2351-4771-BFD1-389293899A71}">
      <dsp:nvSpPr>
        <dsp:cNvPr id="0" name=""/>
        <dsp:cNvSpPr/>
      </dsp:nvSpPr>
      <dsp:spPr>
        <a:xfrm>
          <a:off x="0" y="2861111"/>
          <a:ext cx="6190459" cy="0"/>
        </a:xfrm>
        <a:prstGeom prst="line">
          <a:avLst/>
        </a:prstGeom>
        <a:solidFill>
          <a:schemeClr val="accent2">
            <a:hueOff val="-6565823"/>
            <a:satOff val="-5925"/>
            <a:lumOff val="-1321"/>
            <a:alphaOff val="0"/>
          </a:schemeClr>
        </a:solidFill>
        <a:ln w="15875" cap="rnd" cmpd="sng" algn="ctr">
          <a:solidFill>
            <a:schemeClr val="accent2">
              <a:hueOff val="-6565823"/>
              <a:satOff val="-5925"/>
              <a:lumOff val="-13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9352E-A8C8-4440-AF08-179B361319D6}">
      <dsp:nvSpPr>
        <dsp:cNvPr id="0" name=""/>
        <dsp:cNvSpPr/>
      </dsp:nvSpPr>
      <dsp:spPr>
        <a:xfrm>
          <a:off x="0" y="2861111"/>
          <a:ext cx="6190459" cy="95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CatBoost</a:t>
          </a:r>
          <a:endParaRPr lang="en-US" sz="3500" kern="1200"/>
        </a:p>
      </dsp:txBody>
      <dsp:txXfrm>
        <a:off x="0" y="2861111"/>
        <a:ext cx="6190459" cy="953509"/>
      </dsp:txXfrm>
    </dsp:sp>
    <dsp:sp modelId="{AD519836-F591-43F6-BB84-AE9ED8BB7548}">
      <dsp:nvSpPr>
        <dsp:cNvPr id="0" name=""/>
        <dsp:cNvSpPr/>
      </dsp:nvSpPr>
      <dsp:spPr>
        <a:xfrm>
          <a:off x="0" y="3814621"/>
          <a:ext cx="6190459" cy="0"/>
        </a:xfrm>
        <a:prstGeom prst="line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accent2">
              <a:hueOff val="-8754431"/>
              <a:satOff val="-7900"/>
              <a:lumOff val="-17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033B7-F4E8-481E-9836-7C764F7E7B1A}">
      <dsp:nvSpPr>
        <dsp:cNvPr id="0" name=""/>
        <dsp:cNvSpPr/>
      </dsp:nvSpPr>
      <dsp:spPr>
        <a:xfrm>
          <a:off x="0" y="3814621"/>
          <a:ext cx="6190459" cy="953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500" kern="1200"/>
            <a:t>lightGBM</a:t>
          </a:r>
          <a:endParaRPr lang="en-US" sz="3500" kern="1200"/>
        </a:p>
      </dsp:txBody>
      <dsp:txXfrm>
        <a:off x="0" y="3814621"/>
        <a:ext cx="6190459" cy="953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7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49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1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6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74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59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3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8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2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2048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06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276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68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80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733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095297" y="233016"/>
            <a:ext cx="8001000" cy="2971801"/>
          </a:xfrm>
        </p:spPr>
        <p:txBody>
          <a:bodyPr>
            <a:normAutofit/>
          </a:bodyPr>
          <a:lstStyle/>
          <a:p>
            <a:r>
              <a:rPr lang="tr-TR" dirty="0"/>
              <a:t> VERGİ GELİRİ TAHMİNİ</a:t>
            </a: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75CA0609-F676-CC1B-CA6D-7C40232D2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951" y="3821780"/>
            <a:ext cx="2822714" cy="511681"/>
          </a:xfrm>
        </p:spPr>
        <p:txBody>
          <a:bodyPr>
            <a:normAutofit fontScale="92500" lnSpcReduction="20000"/>
          </a:bodyPr>
          <a:lstStyle/>
          <a:p>
            <a:r>
              <a:rPr lang="tr-TR" sz="2800" dirty="0">
                <a:solidFill>
                  <a:srgbClr val="FFFFFF"/>
                </a:solidFill>
              </a:rPr>
              <a:t>EREN KORKMAZ</a:t>
            </a:r>
            <a:endParaRPr lang="tr-TR" sz="2800" dirty="0">
              <a:solidFill>
                <a:srgbClr val="000000"/>
              </a:solidFill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EC08A8-03A8-E4F1-1670-1ECABC74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2462"/>
            <a:ext cx="8534400" cy="1507067"/>
          </a:xfrm>
        </p:spPr>
        <p:txBody>
          <a:bodyPr>
            <a:normAutofit/>
          </a:bodyPr>
          <a:lstStyle/>
          <a:p>
            <a:r>
              <a:rPr lang="tr-TR" sz="4400" dirty="0">
                <a:ea typeface="Meiryo"/>
              </a:rPr>
              <a:t>İÇERİK</a:t>
            </a:r>
          </a:p>
        </p:txBody>
      </p:sp>
      <p:graphicFrame>
        <p:nvGraphicFramePr>
          <p:cNvPr id="39" name="İçerik Yer Tutucusu 2">
            <a:extLst>
              <a:ext uri="{FF2B5EF4-FFF2-40B4-BE49-F238E27FC236}">
                <a16:creationId xmlns:a16="http://schemas.microsoft.com/office/drawing/2014/main" id="{072B9DEE-4048-A7BC-4BC7-38967C4F9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29502"/>
              </p:ext>
            </p:extLst>
          </p:nvPr>
        </p:nvGraphicFramePr>
        <p:xfrm>
          <a:off x="463342" y="2220843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863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B3ACD06F-7B35-B6B4-955E-7333CE6C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" y="-1119"/>
            <a:ext cx="12192233" cy="68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4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541E5D-742D-7A73-21A1-1FCC67DE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92" y="655245"/>
            <a:ext cx="11891615" cy="1507067"/>
          </a:xfrm>
        </p:spPr>
        <p:txBody>
          <a:bodyPr>
            <a:normAutofit/>
          </a:bodyPr>
          <a:lstStyle/>
          <a:p>
            <a:r>
              <a:rPr lang="tr-TR" sz="4400" dirty="0">
                <a:ea typeface="Meiryo"/>
              </a:rPr>
              <a:t>VERGİ GELİRLERİNİ NASIL TAHMİNLİYORUZ?</a:t>
            </a:r>
            <a:endParaRPr lang="tr-TR" sz="4400" dirty="0"/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5D5D0FD0-A892-5E7E-FA4C-712D177B7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905764"/>
              </p:ext>
            </p:extLst>
          </p:nvPr>
        </p:nvGraphicFramePr>
        <p:xfrm>
          <a:off x="397082" y="2375452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228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3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93EF1D-F4AE-494D-AE8A-08870D174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9B512E2-0118-3C3A-CE60-4B790211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4" y="1103"/>
            <a:ext cx="12343459" cy="20110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KULLANILAN DEĞİŞKENLERLERDEN ÖRNEKLER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1AF5C47-949C-4BE5-8A35-8A382D70F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22">
              <a:extLst>
                <a:ext uri="{FF2B5EF4-FFF2-40B4-BE49-F238E27FC236}">
                  <a16:creationId xmlns:a16="http://schemas.microsoft.com/office/drawing/2014/main" id="{22D32D74-E8B9-4DF1-9094-520D0DCDF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CA1C7EF-D3CC-4B83-B8EC-A1805A0CC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24">
              <a:extLst>
                <a:ext uri="{FF2B5EF4-FFF2-40B4-BE49-F238E27FC236}">
                  <a16:creationId xmlns:a16="http://schemas.microsoft.com/office/drawing/2014/main" id="{C0F0F8C5-5386-4E18-A995-BDD09946B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41FB1F-424F-4F5A-BE8E-5D859730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6">
              <a:extLst>
                <a:ext uri="{FF2B5EF4-FFF2-40B4-BE49-F238E27FC236}">
                  <a16:creationId xmlns:a16="http://schemas.microsoft.com/office/drawing/2014/main" id="{981B8EC3-3842-48EE-B89D-F2CDEE747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4B82B30D-0AE9-B796-085D-9AACEC3E5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60393"/>
              </p:ext>
            </p:extLst>
          </p:nvPr>
        </p:nvGraphicFramePr>
        <p:xfrm>
          <a:off x="497284" y="2702257"/>
          <a:ext cx="9935571" cy="3426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904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6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6944DB5E-7D43-506B-7780-00BC4608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779" y="213041"/>
            <a:ext cx="5632454" cy="1590141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  <a:ea typeface="Meiryo"/>
              </a:rPr>
              <a:t>KULLANILAN MODELLER</a:t>
            </a:r>
            <a:endParaRPr lang="tr-TR">
              <a:solidFill>
                <a:srgbClr val="FFFFFF"/>
              </a:solidFill>
            </a:endParaRP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E462DE6C-168B-880B-CEFC-4766DD3F4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747591"/>
              </p:ext>
            </p:extLst>
          </p:nvPr>
        </p:nvGraphicFramePr>
        <p:xfrm>
          <a:off x="2845645" y="2084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25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6AE9BE-A2AF-A568-B864-06047EDF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031EF4-409C-1F20-D9DE-5E9A2FDAB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3" y="5698"/>
            <a:ext cx="12189790" cy="3528776"/>
          </a:xfrm>
          <a:prstGeom prst="rect">
            <a:avLst/>
          </a:prstGeom>
        </p:spPr>
      </p:pic>
      <p:pic>
        <p:nvPicPr>
          <p:cNvPr id="6" name="Resim 5" descr="metin, yazı tip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47C212A3-1923-904E-FD68-8C28B4E8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" y="3546545"/>
            <a:ext cx="12190480" cy="330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5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66D3DF6C-F444-FB45-28B1-0FB198F6A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504387"/>
              </p:ext>
            </p:extLst>
          </p:nvPr>
        </p:nvGraphicFramePr>
        <p:xfrm>
          <a:off x="3053012" y="643467"/>
          <a:ext cx="6085975" cy="557107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119076">
                  <a:extLst>
                    <a:ext uri="{9D8B030D-6E8A-4147-A177-3AD203B41FA5}">
                      <a16:colId xmlns:a16="http://schemas.microsoft.com/office/drawing/2014/main" val="3949457809"/>
                    </a:ext>
                  </a:extLst>
                </a:gridCol>
                <a:gridCol w="1557261">
                  <a:extLst>
                    <a:ext uri="{9D8B030D-6E8A-4147-A177-3AD203B41FA5}">
                      <a16:colId xmlns:a16="http://schemas.microsoft.com/office/drawing/2014/main" val="3392687500"/>
                    </a:ext>
                  </a:extLst>
                </a:gridCol>
                <a:gridCol w="2409638">
                  <a:extLst>
                    <a:ext uri="{9D8B030D-6E8A-4147-A177-3AD203B41FA5}">
                      <a16:colId xmlns:a16="http://schemas.microsoft.com/office/drawing/2014/main" val="2480491928"/>
                    </a:ext>
                  </a:extLst>
                </a:gridCol>
              </a:tblGrid>
              <a:tr h="22284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Gerçek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Tahmin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extLst>
                  <a:ext uri="{0D108BD9-81ED-4DB2-BD59-A6C34878D82A}">
                    <a16:rowId xmlns:a16="http://schemas.microsoft.com/office/drawing/2014/main" val="3292484332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2023-01-31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252826266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180716320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1946994832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2023-02-28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179619616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210716256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429170632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2023-03-31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198589740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183150080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47759816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2023-04-30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232703841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187717248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79438420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2023-05-31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507413997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279998208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142751894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2023-06-30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231158228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199392208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244447651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2023-07-31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450316111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219842704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419334264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2023-08-31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543182902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301802784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2252854043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2023-09-30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386223894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235985632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4179684023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2023-10-31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409426701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239418064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67923647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2023-11-30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668493162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328350080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81481740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2023-12-31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440911128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281412992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228520283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2024-01-31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517201252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308306784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104260301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2024-02-29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406290761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268573472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22915784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2024-03-31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420467894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280008064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78191453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2024-04-30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487855875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325076544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187958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2024-05-31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898423555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525379776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68387581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2024-06-30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483125770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349573152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4063347004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2024-07-31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611740665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505310752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149201058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2024-08-31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576708862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580028800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216369788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2024-09-30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732243893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472336320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33096835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2024-10-31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643604522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502640192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141767604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2024-11-30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819445921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699833856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321938684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000" b="1" u="none" strike="noStrike">
                          <a:effectLst/>
                        </a:rPr>
                        <a:t>2024-12-31</a:t>
                      </a:r>
                      <a:endParaRPr lang="tr-TR" sz="10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707754082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645171584</a:t>
                      </a:r>
                      <a:endParaRPr lang="tr-T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6" marR="6176" marT="6176" marB="29644" anchor="b"/>
                </a:tc>
                <a:extLst>
                  <a:ext uri="{0D108BD9-81ED-4DB2-BD59-A6C34878D82A}">
                    <a16:rowId xmlns:a16="http://schemas.microsoft.com/office/drawing/2014/main" val="2011888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8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2D501585-9632-EED7-D869-63150CCA6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8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5CF51364-1E2D-7C2B-9EA9-898E53693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1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7029B643-AE60-2E38-D03A-FC7AD7E95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4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A9FA23-AC28-6295-F3D5-B06D8FC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9414BC5-36F2-E6DF-8BA4-CCC0FB45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5325"/>
            <a:ext cx="12201525" cy="3530410"/>
          </a:xfrm>
          <a:prstGeom prst="rect">
            <a:avLst/>
          </a:prstGeom>
        </p:spPr>
      </p:pic>
      <p:pic>
        <p:nvPicPr>
          <p:cNvPr id="6" name="Resim 5" descr="metin, yazı tipi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0F696822-C3D0-0935-EF69-4CF8C2195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" y="3557587"/>
            <a:ext cx="12201524" cy="328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5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33C39EB0-F09F-BCFF-28A0-40E07D6728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14237" y="643467"/>
          <a:ext cx="6763527" cy="557107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79373">
                  <a:extLst>
                    <a:ext uri="{9D8B030D-6E8A-4147-A177-3AD203B41FA5}">
                      <a16:colId xmlns:a16="http://schemas.microsoft.com/office/drawing/2014/main" val="1958667003"/>
                    </a:ext>
                  </a:extLst>
                </a:gridCol>
                <a:gridCol w="2242077">
                  <a:extLst>
                    <a:ext uri="{9D8B030D-6E8A-4147-A177-3AD203B41FA5}">
                      <a16:colId xmlns:a16="http://schemas.microsoft.com/office/drawing/2014/main" val="277827687"/>
                    </a:ext>
                  </a:extLst>
                </a:gridCol>
                <a:gridCol w="2242077">
                  <a:extLst>
                    <a:ext uri="{9D8B030D-6E8A-4147-A177-3AD203B41FA5}">
                      <a16:colId xmlns:a16="http://schemas.microsoft.com/office/drawing/2014/main" val="3159269662"/>
                    </a:ext>
                  </a:extLst>
                </a:gridCol>
              </a:tblGrid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sz="1000">
                        <a:effectLst/>
                      </a:endParaRP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Gerçek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Tahmin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4689741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2023-01-31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252826266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206506112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65195959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2023-02-28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179619616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240735424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57204414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2023-03-31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198589740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189258960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72599323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2023-04-30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232703841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202784112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304912182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2023-05-31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507413997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365754240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39654209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2023-06-30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231158228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225963328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38303828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2023-07-31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450316111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248250288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54046693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2023-08-31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543182902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363466688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343130839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2023-09-30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386223894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269438016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386215887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2023-10-31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409426701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278116224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44783487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2023-11-30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668493162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430452704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400891584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2023-12-31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440911128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316614560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85985525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2024-01-31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517201252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369591392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295461094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2024-02-29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406290761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289599360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409044262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2024-03-31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420467894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317191168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503555831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2024-04-30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487855875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360712288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027742192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2024-05-31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898423555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664900736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285032659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2024-06-30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483125770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372541280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419703634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2024-07-31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611740665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616298048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23570676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2024-08-31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576708862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703819008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342143093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2024-09-30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732243893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528506560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82083247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2024-10-31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643604522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565308800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847383354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2024-11-30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819445921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843394432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284575863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>
                          <a:effectLst/>
                        </a:rPr>
                        <a:t>2024-12-31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707754082</a:t>
                      </a:r>
                    </a:p>
                  </a:txBody>
                  <a:tcPr marL="50646" marR="50646" marT="25323" marB="2532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/>
                        <a:t>559146304</a:t>
                      </a:r>
                    </a:p>
                  </a:txBody>
                  <a:tcPr marL="50646" marR="50646" marT="25323" marB="25323" anchor="ctr"/>
                </a:tc>
                <a:extLst>
                  <a:ext uri="{0D108BD9-81ED-4DB2-BD59-A6C34878D82A}">
                    <a16:rowId xmlns:a16="http://schemas.microsoft.com/office/drawing/2014/main" val="122020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2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1CE45AD7-F697-1D12-A429-B223028EA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A4CE9393-DE18-CF22-2A6B-569DDB68C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2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DA6EDAA9-A2DF-9A39-168E-29D485431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43517"/>
            <a:ext cx="10905066" cy="477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CC93636D-452D-90CB-9B33-452C6841F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4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734FA2-79E0-6374-0BD0-527F66E4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8FD817B-49B8-CD8D-6AA4-94B57FDDB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" y="-4371"/>
            <a:ext cx="12187516" cy="3527639"/>
          </a:xfrm>
          <a:prstGeom prst="rect">
            <a:avLst/>
          </a:prstGeom>
        </p:spPr>
      </p:pic>
      <p:pic>
        <p:nvPicPr>
          <p:cNvPr id="6" name="Resim 5" descr="metin, yazı tipi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892214B5-9664-18C1-BAE1-BF49298F2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" y="3524458"/>
            <a:ext cx="12201524" cy="333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3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30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140D6F74-7E51-533A-F130-FF3EB31A9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749274"/>
              </p:ext>
            </p:extLst>
          </p:nvPr>
        </p:nvGraphicFramePr>
        <p:xfrm>
          <a:off x="3894667" y="641047"/>
          <a:ext cx="4097248" cy="557107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17738">
                  <a:extLst>
                    <a:ext uri="{9D8B030D-6E8A-4147-A177-3AD203B41FA5}">
                      <a16:colId xmlns:a16="http://schemas.microsoft.com/office/drawing/2014/main" val="2001928622"/>
                    </a:ext>
                  </a:extLst>
                </a:gridCol>
                <a:gridCol w="1133928">
                  <a:extLst>
                    <a:ext uri="{9D8B030D-6E8A-4147-A177-3AD203B41FA5}">
                      <a16:colId xmlns:a16="http://schemas.microsoft.com/office/drawing/2014/main" val="3983764656"/>
                    </a:ext>
                  </a:extLst>
                </a:gridCol>
                <a:gridCol w="1345582">
                  <a:extLst>
                    <a:ext uri="{9D8B030D-6E8A-4147-A177-3AD203B41FA5}">
                      <a16:colId xmlns:a16="http://schemas.microsoft.com/office/drawing/2014/main" val="2499029153"/>
                    </a:ext>
                  </a:extLst>
                </a:gridCol>
              </a:tblGrid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sz="1000">
                        <a:effectLst/>
                      </a:endParaRP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Gerçek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r-TR" sz="1000" dirty="0"/>
                        <a:t>TAHMİN</a:t>
                      </a:r>
                      <a:endParaRPr lang="tr-TR" sz="1000" dirty="0">
                        <a:effectLst/>
                      </a:endParaRP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396334014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2023-01-31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252826266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219994848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381513600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2023-02-28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179619616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255009072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79728274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2023-03-31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198589740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204497008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29244831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2023-04-30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232703841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219490720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623305471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2023-05-31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507413997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389591072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960298477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2023-06-30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231158228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246682800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9579518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2023-07-31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450316111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269316576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36668879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2023-08-31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543182902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389003712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42643124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2023-09-30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386223894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293497792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307954334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2023-10-31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409426701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303798080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674000521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2023-11-30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668493162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463849344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478720643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2023-12-31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440911128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343934400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51742389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2024-01-31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517201252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402360032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204686806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2024-02-29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406290761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318852512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289700782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2024-03-31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420467894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350908064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5150497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2024-04-30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487855875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398313984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3348698544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2024-05-31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898423555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716717376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81020621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2024-06-30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483125770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413527328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943192083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2024-07-31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611740665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665119424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2835130478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2024-08-31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576708862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753123200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07859677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2024-09-30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732243893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568678080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625017225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2024-10-31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643604522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609723008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1562044772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2024-11-30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819445921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897029056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3062603580"/>
                  </a:ext>
                </a:extLst>
              </a:tr>
              <a:tr h="222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dirty="0">
                          <a:effectLst/>
                        </a:rPr>
                        <a:t>2024-12-31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707754082</a:t>
                      </a:r>
                    </a:p>
                  </a:txBody>
                  <a:tcPr marL="42901" marR="42901" marT="21450" marB="214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r-TR" sz="1000" dirty="0"/>
                        <a:t>589884480</a:t>
                      </a:r>
                    </a:p>
                  </a:txBody>
                  <a:tcPr marL="42901" marR="42901" marT="21450" marB="21450" anchor="ctr"/>
                </a:tc>
                <a:extLst>
                  <a:ext uri="{0D108BD9-81ED-4DB2-BD59-A6C34878D82A}">
                    <a16:rowId xmlns:a16="http://schemas.microsoft.com/office/drawing/2014/main" val="4000413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30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AF589283-8704-45A6-0A32-816534AD9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4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CB24A779-6421-317D-3758-8AA263326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0"/>
            <a:ext cx="10905066" cy="42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8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73B695F7-6837-3D7E-9B04-363A4656F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43517"/>
            <a:ext cx="10905066" cy="477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9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8C61AE4D-8BA5-0285-E75B-D58C556C3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3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4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6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8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0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2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34">
            <a:extLst>
              <a:ext uri="{FF2B5EF4-FFF2-40B4-BE49-F238E27FC236}">
                <a16:creationId xmlns:a16="http://schemas.microsoft.com/office/drawing/2014/main" id="{EB88142C-D3C4-43DC-A844-A7D9ECB0F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9EC356-6966-9D1D-7159-924FEE4D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96" y="685799"/>
            <a:ext cx="4781147" cy="4892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200" dirty="0"/>
              <a:t>TEŞEKKÜRLER!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FFAC9D7-975A-82CD-8A87-6EDBB68C7BF5}"/>
              </a:ext>
            </a:extLst>
          </p:cNvPr>
          <p:cNvSpPr>
            <a:spLocks noGrp="1"/>
          </p:cNvSpPr>
          <p:nvPr/>
        </p:nvSpPr>
        <p:spPr>
          <a:xfrm>
            <a:off x="7582445" y="4925803"/>
            <a:ext cx="3131930" cy="4675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tr-T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7291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5" baseType="lpstr">
      <vt:lpstr>Slice</vt:lpstr>
      <vt:lpstr> VERGİ GELİRİ TAHMİNİ</vt:lpstr>
      <vt:lpstr>İÇERİK</vt:lpstr>
      <vt:lpstr>PowerPoint Sunusu</vt:lpstr>
      <vt:lpstr>VERGİ GELİRLERİNİ NASIL TAHMİNLİYORUZ?</vt:lpstr>
      <vt:lpstr>KULLANILAN DEĞİŞKENLERLERDEN ÖRNEKLER</vt:lpstr>
      <vt:lpstr>KULLANILAN MODELLER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TEŞEKKÜRLER!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691</cp:revision>
  <dcterms:created xsi:type="dcterms:W3CDTF">2025-07-14T13:48:35Z</dcterms:created>
  <dcterms:modified xsi:type="dcterms:W3CDTF">2025-07-18T07:41:23Z</dcterms:modified>
</cp:coreProperties>
</file>